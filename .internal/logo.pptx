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5" r:id="rId4"/>
    <p:sldId id="26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8" r:id="rId13"/>
    <p:sldId id="269" r:id="rId14"/>
    <p:sldId id="272" r:id="rId15"/>
    <p:sldId id="273" r:id="rId16"/>
    <p:sldId id="274" r:id="rId17"/>
    <p:sldId id="261" r:id="rId18"/>
    <p:sldId id="270" r:id="rId19"/>
    <p:sldId id="275" r:id="rId20"/>
    <p:sldId id="271" r:id="rId21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AF00"/>
    <a:srgbClr val="183D76"/>
    <a:srgbClr val="163E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86" y="108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B5D0A-0B60-70FD-3543-AF01AFFDE5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3668A2-510A-6FCE-FD3A-E56CD1AEDF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543F4-16EA-CEA2-692A-859AE1362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D139-9FB7-46D2-9B9A-25A86F8A6431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3DF19-DED9-6835-729E-48E23B192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73C22-1299-E718-4EC6-3C923E02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509D8-5F34-4416-89BC-1B5F1A8085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25990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28E09-8E6B-5B5D-444E-2E9061A00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3D4D1-D397-99D1-C41E-D2B57391A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5A4BC-D2F4-2B5A-CB88-A5BCCBBA5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D139-9FB7-46D2-9B9A-25A86F8A6431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37DF8-7BBE-F686-BA92-840F8868A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E73EA-673F-70D5-F44A-2E6EF155D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509D8-5F34-4416-89BC-1B5F1A8085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35923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E6D74-6D07-1F6C-1669-B4BE5E82A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536E8-F08C-C9F2-C977-64E0029A9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9124D-E8AC-9490-49A1-2BB4DC0DF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D139-9FB7-46D2-9B9A-25A86F8A6431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BF97D-2184-9406-28A4-BFF88353D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D74DA-1FE1-26FA-09D9-0FC6843DA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509D8-5F34-4416-89BC-1B5F1A8085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2141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7938C-A1E0-1FD0-C1CF-BD7CA1417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53495-4E6C-0826-39D5-71BEA14E48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7D3D-890D-7542-BD66-89B1CF757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6246C-41E7-1CAB-4431-999ABB592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D139-9FB7-46D2-9B9A-25A86F8A6431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CA7A5-6D83-8B5E-96C1-B4A6DA277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EEAA3-D65B-6FF2-A38F-95C7D821F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509D8-5F34-4416-89BC-1B5F1A8085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3414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A2A70-0359-4B82-F6AE-D3EAF6C21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5ED2B-81A0-F252-1EE7-4831E341B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9DBBC-CE1E-B5A3-FDA0-A1A89EA75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C4B854-664E-5FC1-91AE-6BEF45111E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FD4FF0-38E8-2704-183F-22B5590692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4B096F-ED47-B14A-8D73-FAF550C4D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D139-9FB7-46D2-9B9A-25A86F8A6431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092177-4E29-2092-546C-DEE17A8B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C7DA82-6321-9DF8-17CE-E080EC3BF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509D8-5F34-4416-89BC-1B5F1A8085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9923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09167-BC19-53CC-B01A-4A80856C0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DD888A-022F-8E29-8AE3-B2737F39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D139-9FB7-46D2-9B9A-25A86F8A6431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FB4A9E-090C-026D-A01A-F9B3D57A3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895A2C-9594-93EF-1B54-9723408F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509D8-5F34-4416-89BC-1B5F1A8085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15013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BBAA51-CFC1-0846-F045-6E9327586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D139-9FB7-46D2-9B9A-25A86F8A6431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78C86C-1D0B-471A-1AFE-11CDEE80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954D1-5856-81A4-370D-DC470558C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509D8-5F34-4416-89BC-1B5F1A8085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9128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BE9B0-92DA-1EAE-8C69-01CBD6A82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DD482-7747-6298-2768-25CC7101A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4BE491-E453-05E2-2B29-809A73096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7B75B-2FBA-23F3-7F1F-3C590B99E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D139-9FB7-46D2-9B9A-25A86F8A6431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FCDD2-82A2-0B6E-5D87-8223BE7C3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8D1A2-B05A-6E54-87A3-941020F5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509D8-5F34-4416-89BC-1B5F1A8085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3325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6891-83FE-961B-F2AD-9BF6336E9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8E007-1A94-54EF-5D37-EBEF72676D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CB0BA-6574-39B3-1189-BA7E5EE4F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68775-5808-2DA6-8FA7-AC1137B7B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D139-9FB7-46D2-9B9A-25A86F8A6431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FFE5F-2E58-C893-634B-3AA5625E9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CD721-E6D5-6667-E83F-430C28FCB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509D8-5F34-4416-89BC-1B5F1A8085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10795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B38D3-F140-DC7D-53FD-C3A954E76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8EC9AB-E890-5828-540F-29BE3910F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E2ECC-7A68-C9FF-2780-0F14D1E49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D139-9FB7-46D2-9B9A-25A86F8A6431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9EF31-D87E-A4B3-D390-4A64A4E22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CFB93-1221-5308-27AA-D839843D8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509D8-5F34-4416-89BC-1B5F1A8085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72017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81EC69-700B-BA9C-7145-8109CCD959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874E8-4B3D-7B2D-1BB8-FB743821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C3301-2F31-D171-A70D-CD37694E4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D139-9FB7-46D2-9B9A-25A86F8A6431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88D5A-1C54-EA2A-A116-A342BCB99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36E75-793E-126A-E9F4-6250E5767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509D8-5F34-4416-89BC-1B5F1A8085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1165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37E020-BC79-DFC2-0326-FED279B45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3D012-0EDD-8046-3B7B-BDBD80A8C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75302-46D4-2FF0-630F-1D8F59C5E1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FCD139-9FB7-46D2-9B9A-25A86F8A6431}" type="datetimeFigureOut">
              <a:rPr lang="en-NL" smtClean="0"/>
              <a:t>24/09/2025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23972-B0E0-D178-2723-4AB031223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1C4E2-309C-9514-093A-9DA3DB3DB2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509D8-5F34-4416-89BC-1B5F1A80854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5608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68E5DBB-4684-CB2D-B596-932EBBF6F80C}"/>
              </a:ext>
            </a:extLst>
          </p:cNvPr>
          <p:cNvSpPr/>
          <p:nvPr/>
        </p:nvSpPr>
        <p:spPr>
          <a:xfrm>
            <a:off x="4905075" y="1714500"/>
            <a:ext cx="2210400" cy="2209800"/>
          </a:xfrm>
          <a:prstGeom prst="ellipse">
            <a:avLst/>
          </a:prstGeom>
          <a:solidFill>
            <a:srgbClr val="183D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Circle: Hollow 3">
            <a:extLst>
              <a:ext uri="{FF2B5EF4-FFF2-40B4-BE49-F238E27FC236}">
                <a16:creationId xmlns:a16="http://schemas.microsoft.com/office/drawing/2014/main" id="{7C41AA7A-9D2E-A59D-8ACD-D4C96493527D}"/>
              </a:ext>
            </a:extLst>
          </p:cNvPr>
          <p:cNvSpPr/>
          <p:nvPr/>
        </p:nvSpPr>
        <p:spPr>
          <a:xfrm>
            <a:off x="4800600" y="1609725"/>
            <a:ext cx="2419350" cy="2419350"/>
          </a:xfrm>
          <a:prstGeom prst="donut">
            <a:avLst>
              <a:gd name="adj" fmla="val 10431"/>
            </a:avLst>
          </a:prstGeom>
          <a:solidFill>
            <a:srgbClr val="F8A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F96CD06-6184-06D9-F0C1-E4ED9BFE464A}"/>
              </a:ext>
            </a:extLst>
          </p:cNvPr>
          <p:cNvSpPr/>
          <p:nvPr/>
        </p:nvSpPr>
        <p:spPr>
          <a:xfrm>
            <a:off x="3583501" y="1591348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B6B2125-FD8A-DC21-C0D8-BB031AAB2C93}"/>
              </a:ext>
            </a:extLst>
          </p:cNvPr>
          <p:cNvSpPr/>
          <p:nvPr/>
        </p:nvSpPr>
        <p:spPr>
          <a:xfrm>
            <a:off x="4719798" y="740674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8256D93-E828-F2C2-8616-F1105AA33787}"/>
              </a:ext>
            </a:extLst>
          </p:cNvPr>
          <p:cNvSpPr/>
          <p:nvPr/>
        </p:nvSpPr>
        <p:spPr>
          <a:xfrm>
            <a:off x="3978691" y="3729270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9741786-0664-2212-C67E-648DF5C9CC56}"/>
              </a:ext>
            </a:extLst>
          </p:cNvPr>
          <p:cNvSpPr/>
          <p:nvPr/>
        </p:nvSpPr>
        <p:spPr>
          <a:xfrm>
            <a:off x="7225303" y="3260059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63FDA2-7C53-A10D-579C-5F166734D053}"/>
              </a:ext>
            </a:extLst>
          </p:cNvPr>
          <p:cNvSpPr/>
          <p:nvPr/>
        </p:nvSpPr>
        <p:spPr>
          <a:xfrm>
            <a:off x="7906806" y="1326252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A48782-2CDE-4CA0-FC77-F44A9B4993E3}"/>
              </a:ext>
            </a:extLst>
          </p:cNvPr>
          <p:cNvSpPr/>
          <p:nvPr/>
        </p:nvSpPr>
        <p:spPr>
          <a:xfrm>
            <a:off x="5935323" y="4904236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061C16-A3A5-D30F-F398-B7FFD89A2491}"/>
              </a:ext>
            </a:extLst>
          </p:cNvPr>
          <p:cNvCxnSpPr>
            <a:cxnSpLocks/>
          </p:cNvCxnSpPr>
          <p:nvPr/>
        </p:nvCxnSpPr>
        <p:spPr>
          <a:xfrm>
            <a:off x="3895754" y="1925862"/>
            <a:ext cx="2114520" cy="893538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1B1A4-F240-3747-F9D2-C8176FB2AEC6}"/>
              </a:ext>
            </a:extLst>
          </p:cNvPr>
          <p:cNvCxnSpPr>
            <a:cxnSpLocks/>
          </p:cNvCxnSpPr>
          <p:nvPr/>
        </p:nvCxnSpPr>
        <p:spPr>
          <a:xfrm flipV="1">
            <a:off x="4286998" y="2801023"/>
            <a:ext cx="1651969" cy="1180658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805A710-A15F-EC21-8BE5-A9C28290D986}"/>
              </a:ext>
            </a:extLst>
          </p:cNvPr>
          <p:cNvCxnSpPr>
            <a:cxnSpLocks/>
          </p:cNvCxnSpPr>
          <p:nvPr/>
        </p:nvCxnSpPr>
        <p:spPr>
          <a:xfrm flipH="1" flipV="1">
            <a:off x="6010274" y="2830736"/>
            <a:ext cx="209485" cy="2301891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0EFA682-C9DC-0759-0679-934AFACA872B}"/>
              </a:ext>
            </a:extLst>
          </p:cNvPr>
          <p:cNvCxnSpPr>
            <a:cxnSpLocks/>
          </p:cNvCxnSpPr>
          <p:nvPr/>
        </p:nvCxnSpPr>
        <p:spPr>
          <a:xfrm flipH="1" flipV="1">
            <a:off x="5967476" y="2801023"/>
            <a:ext cx="1481138" cy="758841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A67F828-0094-5A52-C700-B57F267A5F1B}"/>
              </a:ext>
            </a:extLst>
          </p:cNvPr>
          <p:cNvCxnSpPr>
            <a:cxnSpLocks/>
          </p:cNvCxnSpPr>
          <p:nvPr/>
        </p:nvCxnSpPr>
        <p:spPr>
          <a:xfrm>
            <a:off x="5010311" y="1032323"/>
            <a:ext cx="1147731" cy="1798413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AAB094C-CB61-7B3C-CA69-38B21C5850AA}"/>
              </a:ext>
            </a:extLst>
          </p:cNvPr>
          <p:cNvCxnSpPr>
            <a:cxnSpLocks/>
          </p:cNvCxnSpPr>
          <p:nvPr/>
        </p:nvCxnSpPr>
        <p:spPr>
          <a:xfrm flipH="1">
            <a:off x="6038783" y="1637627"/>
            <a:ext cx="2162641" cy="1237784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63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3A5B9-52DF-204D-DFCB-19A75EC8F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47EBA6B5-1F1D-1D2E-1E18-753F13939E2E}"/>
              </a:ext>
            </a:extLst>
          </p:cNvPr>
          <p:cNvSpPr/>
          <p:nvPr/>
        </p:nvSpPr>
        <p:spPr>
          <a:xfrm>
            <a:off x="4905075" y="1714500"/>
            <a:ext cx="2210400" cy="2209800"/>
          </a:xfrm>
          <a:prstGeom prst="ellipse">
            <a:avLst/>
          </a:prstGeom>
          <a:solidFill>
            <a:srgbClr val="183D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Circle: Hollow 3">
            <a:extLst>
              <a:ext uri="{FF2B5EF4-FFF2-40B4-BE49-F238E27FC236}">
                <a16:creationId xmlns:a16="http://schemas.microsoft.com/office/drawing/2014/main" id="{025637B9-843E-C2DD-A1BC-525D95DAD528}"/>
              </a:ext>
            </a:extLst>
          </p:cNvPr>
          <p:cNvSpPr/>
          <p:nvPr/>
        </p:nvSpPr>
        <p:spPr>
          <a:xfrm>
            <a:off x="4800600" y="1609725"/>
            <a:ext cx="2419350" cy="2419350"/>
          </a:xfrm>
          <a:prstGeom prst="donut">
            <a:avLst>
              <a:gd name="adj" fmla="val 10431"/>
            </a:avLst>
          </a:prstGeom>
          <a:solidFill>
            <a:srgbClr val="F8A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B830831-DCD0-B10C-F806-EAEB2B5F6FD8}"/>
              </a:ext>
            </a:extLst>
          </p:cNvPr>
          <p:cNvSpPr/>
          <p:nvPr/>
        </p:nvSpPr>
        <p:spPr>
          <a:xfrm>
            <a:off x="3583501" y="1591348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BA1C10E-F297-EA63-15C6-0B8252328C1D}"/>
              </a:ext>
            </a:extLst>
          </p:cNvPr>
          <p:cNvSpPr/>
          <p:nvPr/>
        </p:nvSpPr>
        <p:spPr>
          <a:xfrm>
            <a:off x="4719798" y="740674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DC152C-2E9D-A90C-D9C2-A49E318F1D6A}"/>
              </a:ext>
            </a:extLst>
          </p:cNvPr>
          <p:cNvSpPr/>
          <p:nvPr/>
        </p:nvSpPr>
        <p:spPr>
          <a:xfrm>
            <a:off x="3951721" y="3705573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9C66E36-079A-9ED5-F859-ED9476C81403}"/>
              </a:ext>
            </a:extLst>
          </p:cNvPr>
          <p:cNvSpPr/>
          <p:nvPr/>
        </p:nvSpPr>
        <p:spPr>
          <a:xfrm>
            <a:off x="7196794" y="3291585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93F7DC-AB6C-E529-7157-C7CFC16715A7}"/>
              </a:ext>
            </a:extLst>
          </p:cNvPr>
          <p:cNvSpPr/>
          <p:nvPr/>
        </p:nvSpPr>
        <p:spPr>
          <a:xfrm>
            <a:off x="7906806" y="1326252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A7B0547-4658-CCFA-1C33-B92E9D304A93}"/>
              </a:ext>
            </a:extLst>
          </p:cNvPr>
          <p:cNvSpPr/>
          <p:nvPr/>
        </p:nvSpPr>
        <p:spPr>
          <a:xfrm>
            <a:off x="5935323" y="4904236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5CF8AB-9F3F-F1D4-9B04-D3227185C325}"/>
              </a:ext>
            </a:extLst>
          </p:cNvPr>
          <p:cNvCxnSpPr>
            <a:cxnSpLocks/>
          </p:cNvCxnSpPr>
          <p:nvPr/>
        </p:nvCxnSpPr>
        <p:spPr>
          <a:xfrm>
            <a:off x="3895754" y="1925862"/>
            <a:ext cx="2114520" cy="893538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41FC6A1-4C28-EB20-9904-BB2AC4B5EA2F}"/>
              </a:ext>
            </a:extLst>
          </p:cNvPr>
          <p:cNvCxnSpPr>
            <a:cxnSpLocks/>
          </p:cNvCxnSpPr>
          <p:nvPr/>
        </p:nvCxnSpPr>
        <p:spPr>
          <a:xfrm flipV="1">
            <a:off x="4286998" y="2801023"/>
            <a:ext cx="1651969" cy="1180658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DE1FBEF-66D1-4B70-FF55-B1A23ABA4F29}"/>
              </a:ext>
            </a:extLst>
          </p:cNvPr>
          <p:cNvCxnSpPr>
            <a:cxnSpLocks/>
          </p:cNvCxnSpPr>
          <p:nvPr/>
        </p:nvCxnSpPr>
        <p:spPr>
          <a:xfrm flipH="1" flipV="1">
            <a:off x="6010274" y="2830736"/>
            <a:ext cx="209485" cy="2301891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19F9D50-BA11-593F-8D09-8A7568BD75F3}"/>
              </a:ext>
            </a:extLst>
          </p:cNvPr>
          <p:cNvCxnSpPr>
            <a:cxnSpLocks/>
          </p:cNvCxnSpPr>
          <p:nvPr/>
        </p:nvCxnSpPr>
        <p:spPr>
          <a:xfrm flipH="1" flipV="1">
            <a:off x="5967476" y="2801023"/>
            <a:ext cx="1481138" cy="758841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422D433-6435-AB40-D3C8-FF238357BEE5}"/>
              </a:ext>
            </a:extLst>
          </p:cNvPr>
          <p:cNvCxnSpPr>
            <a:cxnSpLocks/>
          </p:cNvCxnSpPr>
          <p:nvPr/>
        </p:nvCxnSpPr>
        <p:spPr>
          <a:xfrm>
            <a:off x="5010311" y="1032323"/>
            <a:ext cx="1147731" cy="1798413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AF1814B-48F9-1383-9C32-961172097288}"/>
              </a:ext>
            </a:extLst>
          </p:cNvPr>
          <p:cNvCxnSpPr>
            <a:cxnSpLocks/>
          </p:cNvCxnSpPr>
          <p:nvPr/>
        </p:nvCxnSpPr>
        <p:spPr>
          <a:xfrm flipH="1">
            <a:off x="6038783" y="1637627"/>
            <a:ext cx="2162641" cy="1237784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7C47EBF-6A11-4DE2-1F97-C9F92FFA1A4E}"/>
              </a:ext>
            </a:extLst>
          </p:cNvPr>
          <p:cNvCxnSpPr>
            <a:cxnSpLocks/>
            <a:stCxn id="6" idx="7"/>
            <a:endCxn id="7" idx="2"/>
          </p:cNvCxnSpPr>
          <p:nvPr/>
        </p:nvCxnSpPr>
        <p:spPr>
          <a:xfrm flipV="1">
            <a:off x="4086445" y="1040479"/>
            <a:ext cx="633353" cy="63868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6FFA8FE-BFB3-27CC-3AAC-5F928684F72E}"/>
              </a:ext>
            </a:extLst>
          </p:cNvPr>
          <p:cNvCxnSpPr>
            <a:cxnSpLocks/>
            <a:stCxn id="8" idx="0"/>
            <a:endCxn id="7" idx="3"/>
          </p:cNvCxnSpPr>
          <p:nvPr/>
        </p:nvCxnSpPr>
        <p:spPr>
          <a:xfrm flipV="1">
            <a:off x="4246339" y="1252473"/>
            <a:ext cx="559751" cy="245310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27FF348-21B8-4FEA-07BF-5A97CF276625}"/>
              </a:ext>
            </a:extLst>
          </p:cNvPr>
          <p:cNvCxnSpPr>
            <a:cxnSpLocks/>
            <a:stCxn id="7" idx="6"/>
            <a:endCxn id="10" idx="1"/>
          </p:cNvCxnSpPr>
          <p:nvPr/>
        </p:nvCxnSpPr>
        <p:spPr>
          <a:xfrm>
            <a:off x="5309034" y="1040479"/>
            <a:ext cx="2684064" cy="37358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96D12C8-F5F2-C2F5-C904-A02B46664290}"/>
              </a:ext>
            </a:extLst>
          </p:cNvPr>
          <p:cNvCxnSpPr>
            <a:cxnSpLocks/>
            <a:stCxn id="9" idx="3"/>
          </p:cNvCxnSpPr>
          <p:nvPr/>
        </p:nvCxnSpPr>
        <p:spPr>
          <a:xfrm flipH="1">
            <a:off x="4463184" y="3803384"/>
            <a:ext cx="2819902" cy="22569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7E9606-C88D-E5D4-5BB8-D4F079ADE51D}"/>
              </a:ext>
            </a:extLst>
          </p:cNvPr>
          <p:cNvCxnSpPr>
            <a:cxnSpLocks/>
            <a:stCxn id="7" idx="4"/>
            <a:endCxn id="11" idx="1"/>
          </p:cNvCxnSpPr>
          <p:nvPr/>
        </p:nvCxnSpPr>
        <p:spPr>
          <a:xfrm>
            <a:off x="5014416" y="1340284"/>
            <a:ext cx="1007199" cy="365176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E1A767F-004B-CA42-BD99-A230DFFB03E8}"/>
              </a:ext>
            </a:extLst>
          </p:cNvPr>
          <p:cNvCxnSpPr>
            <a:cxnSpLocks/>
            <a:stCxn id="9" idx="3"/>
            <a:endCxn id="11" idx="7"/>
          </p:cNvCxnSpPr>
          <p:nvPr/>
        </p:nvCxnSpPr>
        <p:spPr>
          <a:xfrm flipH="1">
            <a:off x="6438267" y="3803384"/>
            <a:ext cx="844819" cy="118866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79C308B-FE0B-6981-180B-B5744BE16820}"/>
              </a:ext>
            </a:extLst>
          </p:cNvPr>
          <p:cNvCxnSpPr>
            <a:cxnSpLocks/>
            <a:stCxn id="10" idx="2"/>
            <a:endCxn id="6" idx="6"/>
          </p:cNvCxnSpPr>
          <p:nvPr/>
        </p:nvCxnSpPr>
        <p:spPr>
          <a:xfrm flipH="1">
            <a:off x="4172737" y="1626057"/>
            <a:ext cx="3734069" cy="26509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595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A8DEA-B61D-BD16-E769-A42DD7C1D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C7EEA75-D73F-82F0-7A43-02E7AAE64835}"/>
              </a:ext>
            </a:extLst>
          </p:cNvPr>
          <p:cNvCxnSpPr>
            <a:cxnSpLocks/>
          </p:cNvCxnSpPr>
          <p:nvPr/>
        </p:nvCxnSpPr>
        <p:spPr>
          <a:xfrm flipV="1">
            <a:off x="4286998" y="2801023"/>
            <a:ext cx="1651969" cy="1180658"/>
          </a:xfrm>
          <a:prstGeom prst="line">
            <a:avLst/>
          </a:prstGeom>
          <a:ln w="10160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A2585BA-8FF3-F4B6-1186-4C1A306E3A45}"/>
              </a:ext>
            </a:extLst>
          </p:cNvPr>
          <p:cNvCxnSpPr>
            <a:cxnSpLocks/>
          </p:cNvCxnSpPr>
          <p:nvPr/>
        </p:nvCxnSpPr>
        <p:spPr>
          <a:xfrm flipH="1" flipV="1">
            <a:off x="6010274" y="2830736"/>
            <a:ext cx="209485" cy="2301891"/>
          </a:xfrm>
          <a:prstGeom prst="line">
            <a:avLst/>
          </a:prstGeom>
          <a:ln w="10160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ECDC4C3-90C1-15AE-8A25-77CFFC4833B8}"/>
              </a:ext>
            </a:extLst>
          </p:cNvPr>
          <p:cNvCxnSpPr>
            <a:cxnSpLocks/>
          </p:cNvCxnSpPr>
          <p:nvPr/>
        </p:nvCxnSpPr>
        <p:spPr>
          <a:xfrm flipH="1" flipV="1">
            <a:off x="5967476" y="2801023"/>
            <a:ext cx="1481138" cy="758841"/>
          </a:xfrm>
          <a:prstGeom prst="line">
            <a:avLst/>
          </a:prstGeom>
          <a:ln w="10160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A04D296-389B-7A4A-24A0-42CD98EF2DC9}"/>
              </a:ext>
            </a:extLst>
          </p:cNvPr>
          <p:cNvCxnSpPr>
            <a:cxnSpLocks/>
          </p:cNvCxnSpPr>
          <p:nvPr/>
        </p:nvCxnSpPr>
        <p:spPr>
          <a:xfrm>
            <a:off x="5010311" y="1032323"/>
            <a:ext cx="1147731" cy="1798413"/>
          </a:xfrm>
          <a:prstGeom prst="line">
            <a:avLst/>
          </a:prstGeom>
          <a:ln w="10160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5265F1F-562A-AFFE-380A-A9771C517EBA}"/>
              </a:ext>
            </a:extLst>
          </p:cNvPr>
          <p:cNvCxnSpPr>
            <a:cxnSpLocks/>
          </p:cNvCxnSpPr>
          <p:nvPr/>
        </p:nvCxnSpPr>
        <p:spPr>
          <a:xfrm flipH="1">
            <a:off x="6038783" y="1637627"/>
            <a:ext cx="2162641" cy="1237784"/>
          </a:xfrm>
          <a:prstGeom prst="line">
            <a:avLst/>
          </a:prstGeom>
          <a:ln w="10160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1002459-D34F-705D-A4F5-616D3A7A294A}"/>
              </a:ext>
            </a:extLst>
          </p:cNvPr>
          <p:cNvCxnSpPr>
            <a:cxnSpLocks/>
          </p:cNvCxnSpPr>
          <p:nvPr/>
        </p:nvCxnSpPr>
        <p:spPr>
          <a:xfrm>
            <a:off x="3867150" y="1888331"/>
            <a:ext cx="2143124" cy="931069"/>
          </a:xfrm>
          <a:prstGeom prst="line">
            <a:avLst/>
          </a:prstGeom>
          <a:ln w="10160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05D529C9-7F40-C920-C9B4-C7D799E2BD6A}"/>
              </a:ext>
            </a:extLst>
          </p:cNvPr>
          <p:cNvSpPr/>
          <p:nvPr/>
        </p:nvSpPr>
        <p:spPr>
          <a:xfrm>
            <a:off x="4905075" y="1714500"/>
            <a:ext cx="2210400" cy="220980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C999E7-EC19-4BF9-886B-B1AADF9791E7}"/>
              </a:ext>
            </a:extLst>
          </p:cNvPr>
          <p:cNvSpPr/>
          <p:nvPr/>
        </p:nvSpPr>
        <p:spPr>
          <a:xfrm>
            <a:off x="3583501" y="1591348"/>
            <a:ext cx="589236" cy="599610"/>
          </a:xfrm>
          <a:prstGeom prst="ellipse">
            <a:avLst/>
          </a:prstGeom>
          <a:solidFill>
            <a:srgbClr val="F8A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9AD214-A63A-DF66-F80D-F0F4595756AF}"/>
              </a:ext>
            </a:extLst>
          </p:cNvPr>
          <p:cNvSpPr/>
          <p:nvPr/>
        </p:nvSpPr>
        <p:spPr>
          <a:xfrm>
            <a:off x="4719798" y="740674"/>
            <a:ext cx="589236" cy="599610"/>
          </a:xfrm>
          <a:prstGeom prst="ellipse">
            <a:avLst/>
          </a:prstGeom>
          <a:solidFill>
            <a:srgbClr val="F8A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C8254B8-0D2D-E6E7-7085-8983E8999D84}"/>
              </a:ext>
            </a:extLst>
          </p:cNvPr>
          <p:cNvSpPr/>
          <p:nvPr/>
        </p:nvSpPr>
        <p:spPr>
          <a:xfrm>
            <a:off x="3978691" y="3729270"/>
            <a:ext cx="589236" cy="599610"/>
          </a:xfrm>
          <a:prstGeom prst="ellipse">
            <a:avLst/>
          </a:prstGeom>
          <a:solidFill>
            <a:srgbClr val="F8A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2855BE5-104F-30CC-72FB-074A3ABD509A}"/>
              </a:ext>
            </a:extLst>
          </p:cNvPr>
          <p:cNvSpPr/>
          <p:nvPr/>
        </p:nvSpPr>
        <p:spPr>
          <a:xfrm>
            <a:off x="7225303" y="3260059"/>
            <a:ext cx="589236" cy="599610"/>
          </a:xfrm>
          <a:prstGeom prst="ellipse">
            <a:avLst/>
          </a:prstGeom>
          <a:solidFill>
            <a:srgbClr val="F8A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B55A1B-14D0-8048-33F4-39F3EE3D3E34}"/>
              </a:ext>
            </a:extLst>
          </p:cNvPr>
          <p:cNvSpPr/>
          <p:nvPr/>
        </p:nvSpPr>
        <p:spPr>
          <a:xfrm>
            <a:off x="7906806" y="1326252"/>
            <a:ext cx="589236" cy="599610"/>
          </a:xfrm>
          <a:prstGeom prst="ellipse">
            <a:avLst/>
          </a:prstGeom>
          <a:solidFill>
            <a:srgbClr val="F8A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FC3AAA4-BB2F-7F2F-E003-A1C8A5D7FBD1}"/>
              </a:ext>
            </a:extLst>
          </p:cNvPr>
          <p:cNvSpPr/>
          <p:nvPr/>
        </p:nvSpPr>
        <p:spPr>
          <a:xfrm>
            <a:off x="5935323" y="4904236"/>
            <a:ext cx="589236" cy="599610"/>
          </a:xfrm>
          <a:prstGeom prst="ellipse">
            <a:avLst/>
          </a:prstGeom>
          <a:solidFill>
            <a:srgbClr val="F8A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01972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FB9E9-C199-1F88-F4E3-57F4DA8AA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A5B4049-FB69-6661-6357-0650520CC115}"/>
              </a:ext>
            </a:extLst>
          </p:cNvPr>
          <p:cNvCxnSpPr>
            <a:cxnSpLocks/>
          </p:cNvCxnSpPr>
          <p:nvPr/>
        </p:nvCxnSpPr>
        <p:spPr>
          <a:xfrm flipV="1">
            <a:off x="4286998" y="2801023"/>
            <a:ext cx="1651969" cy="1180658"/>
          </a:xfrm>
          <a:prstGeom prst="line">
            <a:avLst/>
          </a:prstGeom>
          <a:ln w="10160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B5A9135-2FA4-BB7E-BA1B-62DFFD815C7F}"/>
              </a:ext>
            </a:extLst>
          </p:cNvPr>
          <p:cNvCxnSpPr>
            <a:cxnSpLocks/>
          </p:cNvCxnSpPr>
          <p:nvPr/>
        </p:nvCxnSpPr>
        <p:spPr>
          <a:xfrm flipH="1" flipV="1">
            <a:off x="6010274" y="2830736"/>
            <a:ext cx="209485" cy="2301891"/>
          </a:xfrm>
          <a:prstGeom prst="line">
            <a:avLst/>
          </a:prstGeom>
          <a:ln w="10160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255DA22-F916-9F4F-7AB1-BDEC5B327476}"/>
              </a:ext>
            </a:extLst>
          </p:cNvPr>
          <p:cNvCxnSpPr>
            <a:cxnSpLocks/>
          </p:cNvCxnSpPr>
          <p:nvPr/>
        </p:nvCxnSpPr>
        <p:spPr>
          <a:xfrm flipH="1" flipV="1">
            <a:off x="5967476" y="2801023"/>
            <a:ext cx="1481138" cy="758841"/>
          </a:xfrm>
          <a:prstGeom prst="line">
            <a:avLst/>
          </a:prstGeom>
          <a:ln w="10160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A35411-3914-9635-1CA7-AD9C2F09BA9B}"/>
              </a:ext>
            </a:extLst>
          </p:cNvPr>
          <p:cNvCxnSpPr>
            <a:cxnSpLocks/>
          </p:cNvCxnSpPr>
          <p:nvPr/>
        </p:nvCxnSpPr>
        <p:spPr>
          <a:xfrm>
            <a:off x="5010311" y="1032323"/>
            <a:ext cx="1147731" cy="1798413"/>
          </a:xfrm>
          <a:prstGeom prst="line">
            <a:avLst/>
          </a:prstGeom>
          <a:ln w="10160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31180DE-2981-B1E0-4853-065D76698A84}"/>
              </a:ext>
            </a:extLst>
          </p:cNvPr>
          <p:cNvCxnSpPr>
            <a:cxnSpLocks/>
          </p:cNvCxnSpPr>
          <p:nvPr/>
        </p:nvCxnSpPr>
        <p:spPr>
          <a:xfrm flipH="1">
            <a:off x="6038783" y="1637627"/>
            <a:ext cx="2162641" cy="1237784"/>
          </a:xfrm>
          <a:prstGeom prst="line">
            <a:avLst/>
          </a:prstGeom>
          <a:ln w="10160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36AD25B-35D4-45DC-84D9-44740C72199F}"/>
              </a:ext>
            </a:extLst>
          </p:cNvPr>
          <p:cNvCxnSpPr>
            <a:cxnSpLocks/>
          </p:cNvCxnSpPr>
          <p:nvPr/>
        </p:nvCxnSpPr>
        <p:spPr>
          <a:xfrm>
            <a:off x="3867150" y="1888331"/>
            <a:ext cx="2143124" cy="931069"/>
          </a:xfrm>
          <a:prstGeom prst="line">
            <a:avLst/>
          </a:prstGeom>
          <a:ln w="10160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B2F83407-DA1F-F0A7-3E4A-56CF2F56F25D}"/>
              </a:ext>
            </a:extLst>
          </p:cNvPr>
          <p:cNvSpPr/>
          <p:nvPr/>
        </p:nvSpPr>
        <p:spPr>
          <a:xfrm>
            <a:off x="4905075" y="1714500"/>
            <a:ext cx="2210400" cy="220980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B9D180A-B230-9404-BDF9-9BAF5FFC08F5}"/>
              </a:ext>
            </a:extLst>
          </p:cNvPr>
          <p:cNvSpPr/>
          <p:nvPr/>
        </p:nvSpPr>
        <p:spPr>
          <a:xfrm>
            <a:off x="3583501" y="1591348"/>
            <a:ext cx="589236" cy="599610"/>
          </a:xfrm>
          <a:prstGeom prst="ellipse">
            <a:avLst/>
          </a:prstGeom>
          <a:solidFill>
            <a:srgbClr val="F8A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375E842-B0DC-5BBF-583A-CBE3B9ACFAEF}"/>
              </a:ext>
            </a:extLst>
          </p:cNvPr>
          <p:cNvSpPr/>
          <p:nvPr/>
        </p:nvSpPr>
        <p:spPr>
          <a:xfrm>
            <a:off x="4719798" y="740674"/>
            <a:ext cx="589236" cy="599610"/>
          </a:xfrm>
          <a:prstGeom prst="ellipse">
            <a:avLst/>
          </a:prstGeom>
          <a:solidFill>
            <a:srgbClr val="F8A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4BD221C-266E-9523-05AE-908EFA357801}"/>
              </a:ext>
            </a:extLst>
          </p:cNvPr>
          <p:cNvSpPr/>
          <p:nvPr/>
        </p:nvSpPr>
        <p:spPr>
          <a:xfrm>
            <a:off x="3978691" y="3729270"/>
            <a:ext cx="589236" cy="599610"/>
          </a:xfrm>
          <a:prstGeom prst="ellipse">
            <a:avLst/>
          </a:prstGeom>
          <a:solidFill>
            <a:srgbClr val="F8A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D1E4C7-645B-5D4E-1D93-2A539AF30534}"/>
              </a:ext>
            </a:extLst>
          </p:cNvPr>
          <p:cNvSpPr/>
          <p:nvPr/>
        </p:nvSpPr>
        <p:spPr>
          <a:xfrm>
            <a:off x="7225303" y="3260059"/>
            <a:ext cx="589236" cy="599610"/>
          </a:xfrm>
          <a:prstGeom prst="ellipse">
            <a:avLst/>
          </a:prstGeom>
          <a:solidFill>
            <a:srgbClr val="F8A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73AA7D9-B771-3A11-FEED-A7C6973F1171}"/>
              </a:ext>
            </a:extLst>
          </p:cNvPr>
          <p:cNvSpPr/>
          <p:nvPr/>
        </p:nvSpPr>
        <p:spPr>
          <a:xfrm>
            <a:off x="7906806" y="1326252"/>
            <a:ext cx="589236" cy="599610"/>
          </a:xfrm>
          <a:prstGeom prst="ellipse">
            <a:avLst/>
          </a:prstGeom>
          <a:solidFill>
            <a:srgbClr val="F8A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3373B8-BC7F-399A-3DA9-C6BF1A1DA7C6}"/>
              </a:ext>
            </a:extLst>
          </p:cNvPr>
          <p:cNvSpPr/>
          <p:nvPr/>
        </p:nvSpPr>
        <p:spPr>
          <a:xfrm>
            <a:off x="5935323" y="4904236"/>
            <a:ext cx="589236" cy="599610"/>
          </a:xfrm>
          <a:prstGeom prst="ellipse">
            <a:avLst/>
          </a:prstGeom>
          <a:solidFill>
            <a:srgbClr val="F8A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Circle: Hollow 1">
            <a:extLst>
              <a:ext uri="{FF2B5EF4-FFF2-40B4-BE49-F238E27FC236}">
                <a16:creationId xmlns:a16="http://schemas.microsoft.com/office/drawing/2014/main" id="{0B28DCF3-A487-CBAE-6AA2-253B24EB57AA}"/>
              </a:ext>
            </a:extLst>
          </p:cNvPr>
          <p:cNvSpPr/>
          <p:nvPr/>
        </p:nvSpPr>
        <p:spPr>
          <a:xfrm>
            <a:off x="4800600" y="1609725"/>
            <a:ext cx="2419350" cy="2419350"/>
          </a:xfrm>
          <a:prstGeom prst="donut">
            <a:avLst>
              <a:gd name="adj" fmla="val 10431"/>
            </a:avLst>
          </a:prstGeom>
          <a:solidFill>
            <a:srgbClr val="F8A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63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E488B-0F8B-680A-4057-B3C5BEB7E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AA4BDD5D-1D86-6E15-20A7-E0D34765D100}"/>
              </a:ext>
            </a:extLst>
          </p:cNvPr>
          <p:cNvSpPr/>
          <p:nvPr/>
        </p:nvSpPr>
        <p:spPr>
          <a:xfrm>
            <a:off x="4905075" y="1714500"/>
            <a:ext cx="2210400" cy="2209800"/>
          </a:xfrm>
          <a:prstGeom prst="ellipse">
            <a:avLst/>
          </a:prstGeom>
          <a:solidFill>
            <a:srgbClr val="183D76"/>
          </a:solidFill>
          <a:ln>
            <a:solidFill>
              <a:srgbClr val="F8A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Circle: Hollow 3">
            <a:extLst>
              <a:ext uri="{FF2B5EF4-FFF2-40B4-BE49-F238E27FC236}">
                <a16:creationId xmlns:a16="http://schemas.microsoft.com/office/drawing/2014/main" id="{D57AF662-D56C-2F25-060F-3CBF2696F215}"/>
              </a:ext>
            </a:extLst>
          </p:cNvPr>
          <p:cNvSpPr/>
          <p:nvPr/>
        </p:nvSpPr>
        <p:spPr>
          <a:xfrm>
            <a:off x="4800600" y="1609725"/>
            <a:ext cx="2419350" cy="2419350"/>
          </a:xfrm>
          <a:prstGeom prst="donut">
            <a:avLst>
              <a:gd name="adj" fmla="val 10431"/>
            </a:avLst>
          </a:prstGeom>
          <a:solidFill>
            <a:srgbClr val="F8AF00"/>
          </a:solidFill>
          <a:ln>
            <a:solidFill>
              <a:srgbClr val="183D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6F6B778-819C-B1B4-2B0E-41741EA1B7EF}"/>
              </a:ext>
            </a:extLst>
          </p:cNvPr>
          <p:cNvSpPr/>
          <p:nvPr/>
        </p:nvSpPr>
        <p:spPr>
          <a:xfrm>
            <a:off x="3583501" y="1591348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3028804-E2CF-4BD7-A6FD-D0D2FFF999ED}"/>
              </a:ext>
            </a:extLst>
          </p:cNvPr>
          <p:cNvSpPr/>
          <p:nvPr/>
        </p:nvSpPr>
        <p:spPr>
          <a:xfrm>
            <a:off x="4719798" y="740674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C7AA672-A992-628C-C708-2A4D71BB7DE8}"/>
              </a:ext>
            </a:extLst>
          </p:cNvPr>
          <p:cNvSpPr/>
          <p:nvPr/>
        </p:nvSpPr>
        <p:spPr>
          <a:xfrm>
            <a:off x="3978691" y="3729270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DD8BDB7-ACA9-4574-DC96-D1C0D837EEFA}"/>
              </a:ext>
            </a:extLst>
          </p:cNvPr>
          <p:cNvSpPr/>
          <p:nvPr/>
        </p:nvSpPr>
        <p:spPr>
          <a:xfrm>
            <a:off x="7225303" y="3260059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574F340-14EC-6E92-6121-2DF734C81CC7}"/>
              </a:ext>
            </a:extLst>
          </p:cNvPr>
          <p:cNvSpPr/>
          <p:nvPr/>
        </p:nvSpPr>
        <p:spPr>
          <a:xfrm>
            <a:off x="7906806" y="1326252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E077103-3371-DE07-48FA-A4D5DA67E4CE}"/>
              </a:ext>
            </a:extLst>
          </p:cNvPr>
          <p:cNvSpPr/>
          <p:nvPr/>
        </p:nvSpPr>
        <p:spPr>
          <a:xfrm>
            <a:off x="5935323" y="4904236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D1AB06-323E-B0F5-476E-0A023A04888B}"/>
              </a:ext>
            </a:extLst>
          </p:cNvPr>
          <p:cNvCxnSpPr>
            <a:cxnSpLocks/>
          </p:cNvCxnSpPr>
          <p:nvPr/>
        </p:nvCxnSpPr>
        <p:spPr>
          <a:xfrm>
            <a:off x="3895754" y="1925862"/>
            <a:ext cx="2114520" cy="893538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950BFDE-58F7-9636-4E7B-783EC4F6DE1A}"/>
              </a:ext>
            </a:extLst>
          </p:cNvPr>
          <p:cNvCxnSpPr>
            <a:cxnSpLocks/>
          </p:cNvCxnSpPr>
          <p:nvPr/>
        </p:nvCxnSpPr>
        <p:spPr>
          <a:xfrm flipV="1">
            <a:off x="4286998" y="2801023"/>
            <a:ext cx="1651969" cy="1180658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2DC9883-4F8B-F545-22E4-B80B319BD39C}"/>
              </a:ext>
            </a:extLst>
          </p:cNvPr>
          <p:cNvCxnSpPr>
            <a:cxnSpLocks/>
          </p:cNvCxnSpPr>
          <p:nvPr/>
        </p:nvCxnSpPr>
        <p:spPr>
          <a:xfrm flipH="1" flipV="1">
            <a:off x="6010274" y="2830736"/>
            <a:ext cx="209485" cy="2301891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D11F02-F101-1D25-3136-AEA4CF56A366}"/>
              </a:ext>
            </a:extLst>
          </p:cNvPr>
          <p:cNvCxnSpPr>
            <a:cxnSpLocks/>
          </p:cNvCxnSpPr>
          <p:nvPr/>
        </p:nvCxnSpPr>
        <p:spPr>
          <a:xfrm flipH="1" flipV="1">
            <a:off x="5967476" y="2801023"/>
            <a:ext cx="1481138" cy="758841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45ADEF-2BFD-692B-5812-997BF1BCEE5B}"/>
              </a:ext>
            </a:extLst>
          </p:cNvPr>
          <p:cNvCxnSpPr>
            <a:cxnSpLocks/>
          </p:cNvCxnSpPr>
          <p:nvPr/>
        </p:nvCxnSpPr>
        <p:spPr>
          <a:xfrm>
            <a:off x="5010311" y="1032323"/>
            <a:ext cx="1147731" cy="1798413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A50ACFA-1096-B5A1-A584-8B9606118091}"/>
              </a:ext>
            </a:extLst>
          </p:cNvPr>
          <p:cNvCxnSpPr>
            <a:cxnSpLocks/>
          </p:cNvCxnSpPr>
          <p:nvPr/>
        </p:nvCxnSpPr>
        <p:spPr>
          <a:xfrm flipH="1">
            <a:off x="6038783" y="1637627"/>
            <a:ext cx="2162641" cy="1237784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308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CF94C-EBAB-AF76-09ED-38D9FB41B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28">
            <a:extLst>
              <a:ext uri="{FF2B5EF4-FFF2-40B4-BE49-F238E27FC236}">
                <a16:creationId xmlns:a16="http://schemas.microsoft.com/office/drawing/2014/main" id="{7CAB193A-98FE-7E9E-0AD4-F3C15B0E2562}"/>
              </a:ext>
            </a:extLst>
          </p:cNvPr>
          <p:cNvSpPr/>
          <p:nvPr/>
        </p:nvSpPr>
        <p:spPr>
          <a:xfrm>
            <a:off x="4905075" y="1714500"/>
            <a:ext cx="2210400" cy="2209800"/>
          </a:xfrm>
          <a:prstGeom prst="ellipse">
            <a:avLst/>
          </a:prstGeom>
          <a:solidFill>
            <a:srgbClr val="183D76"/>
          </a:solidFill>
          <a:ln>
            <a:solidFill>
              <a:srgbClr val="F8A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0" name="Circle: Hollow 29">
            <a:extLst>
              <a:ext uri="{FF2B5EF4-FFF2-40B4-BE49-F238E27FC236}">
                <a16:creationId xmlns:a16="http://schemas.microsoft.com/office/drawing/2014/main" id="{A804CCFD-3AF4-80AE-F0A9-FAA1CB48EDC4}"/>
              </a:ext>
            </a:extLst>
          </p:cNvPr>
          <p:cNvSpPr/>
          <p:nvPr/>
        </p:nvSpPr>
        <p:spPr>
          <a:xfrm>
            <a:off x="4800600" y="1609725"/>
            <a:ext cx="2419350" cy="2419350"/>
          </a:xfrm>
          <a:prstGeom prst="donut">
            <a:avLst>
              <a:gd name="adj" fmla="val 14074"/>
            </a:avLst>
          </a:prstGeom>
          <a:solidFill>
            <a:srgbClr val="F8AF00"/>
          </a:solidFill>
          <a:ln w="79375">
            <a:solidFill>
              <a:srgbClr val="183D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FA7C3F3-332B-125F-997C-AFFDB3B27358}"/>
              </a:ext>
            </a:extLst>
          </p:cNvPr>
          <p:cNvSpPr/>
          <p:nvPr/>
        </p:nvSpPr>
        <p:spPr>
          <a:xfrm>
            <a:off x="3583501" y="1591348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049A9CA-41A0-B2F8-5E01-83227618A0C2}"/>
              </a:ext>
            </a:extLst>
          </p:cNvPr>
          <p:cNvSpPr/>
          <p:nvPr/>
        </p:nvSpPr>
        <p:spPr>
          <a:xfrm>
            <a:off x="4719798" y="740674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DAF3299-44C1-FC6A-3838-E93C8F610ECD}"/>
              </a:ext>
            </a:extLst>
          </p:cNvPr>
          <p:cNvSpPr/>
          <p:nvPr/>
        </p:nvSpPr>
        <p:spPr>
          <a:xfrm>
            <a:off x="3978691" y="3729270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F549666-57F7-879F-384E-001BB630F281}"/>
              </a:ext>
            </a:extLst>
          </p:cNvPr>
          <p:cNvSpPr/>
          <p:nvPr/>
        </p:nvSpPr>
        <p:spPr>
          <a:xfrm>
            <a:off x="7225303" y="3260059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C8FFF5E-0B56-0070-401F-2B1329301552}"/>
              </a:ext>
            </a:extLst>
          </p:cNvPr>
          <p:cNvSpPr/>
          <p:nvPr/>
        </p:nvSpPr>
        <p:spPr>
          <a:xfrm>
            <a:off x="7906806" y="1326252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A353970-F539-E53B-7F56-F4F90364B98A}"/>
              </a:ext>
            </a:extLst>
          </p:cNvPr>
          <p:cNvSpPr/>
          <p:nvPr/>
        </p:nvSpPr>
        <p:spPr>
          <a:xfrm>
            <a:off x="5935323" y="4904236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4168401-99AA-95E4-3FC8-58D1FAF46AD6}"/>
              </a:ext>
            </a:extLst>
          </p:cNvPr>
          <p:cNvCxnSpPr>
            <a:cxnSpLocks/>
          </p:cNvCxnSpPr>
          <p:nvPr/>
        </p:nvCxnSpPr>
        <p:spPr>
          <a:xfrm>
            <a:off x="3895754" y="1925862"/>
            <a:ext cx="2114520" cy="893538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20E0330-B4EA-D034-612B-0BFB947C8327}"/>
              </a:ext>
            </a:extLst>
          </p:cNvPr>
          <p:cNvCxnSpPr>
            <a:cxnSpLocks/>
          </p:cNvCxnSpPr>
          <p:nvPr/>
        </p:nvCxnSpPr>
        <p:spPr>
          <a:xfrm flipV="1">
            <a:off x="4286998" y="2801023"/>
            <a:ext cx="1651969" cy="1180658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491E77-A46D-B390-3EA9-6D93ED8966C6}"/>
              </a:ext>
            </a:extLst>
          </p:cNvPr>
          <p:cNvCxnSpPr>
            <a:cxnSpLocks/>
          </p:cNvCxnSpPr>
          <p:nvPr/>
        </p:nvCxnSpPr>
        <p:spPr>
          <a:xfrm flipH="1" flipV="1">
            <a:off x="6010274" y="2830736"/>
            <a:ext cx="209485" cy="2301891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AD14145-5FC5-5781-ECE2-AD60DBA8DE9A}"/>
              </a:ext>
            </a:extLst>
          </p:cNvPr>
          <p:cNvCxnSpPr>
            <a:cxnSpLocks/>
          </p:cNvCxnSpPr>
          <p:nvPr/>
        </p:nvCxnSpPr>
        <p:spPr>
          <a:xfrm flipH="1" flipV="1">
            <a:off x="5967476" y="2801023"/>
            <a:ext cx="1481138" cy="758841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24BB24F-4667-A76B-E04E-2AF3594D5768}"/>
              </a:ext>
            </a:extLst>
          </p:cNvPr>
          <p:cNvCxnSpPr>
            <a:cxnSpLocks/>
          </p:cNvCxnSpPr>
          <p:nvPr/>
        </p:nvCxnSpPr>
        <p:spPr>
          <a:xfrm>
            <a:off x="5010311" y="1032323"/>
            <a:ext cx="1147731" cy="1798413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96AA9DC-DB10-2085-20CF-E0195EF92DF5}"/>
              </a:ext>
            </a:extLst>
          </p:cNvPr>
          <p:cNvCxnSpPr>
            <a:cxnSpLocks/>
          </p:cNvCxnSpPr>
          <p:nvPr/>
        </p:nvCxnSpPr>
        <p:spPr>
          <a:xfrm flipH="1">
            <a:off x="6038783" y="1637627"/>
            <a:ext cx="2162641" cy="1237784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83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55E52E1-F91A-458E-41F6-C71A42B3D62A}"/>
              </a:ext>
            </a:extLst>
          </p:cNvPr>
          <p:cNvSpPr/>
          <p:nvPr/>
        </p:nvSpPr>
        <p:spPr>
          <a:xfrm>
            <a:off x="4653100" y="1465078"/>
            <a:ext cx="2700059" cy="2699326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CB90760-98EB-C4A7-D8F7-40354DD01C23}"/>
              </a:ext>
            </a:extLst>
          </p:cNvPr>
          <p:cNvSpPr/>
          <p:nvPr/>
        </p:nvSpPr>
        <p:spPr>
          <a:xfrm>
            <a:off x="4897929" y="1709841"/>
            <a:ext cx="2210400" cy="2209800"/>
          </a:xfrm>
          <a:prstGeom prst="ellipse">
            <a:avLst/>
          </a:prstGeom>
          <a:solidFill>
            <a:srgbClr val="183D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Circle: Hollow 5">
            <a:extLst>
              <a:ext uri="{FF2B5EF4-FFF2-40B4-BE49-F238E27FC236}">
                <a16:creationId xmlns:a16="http://schemas.microsoft.com/office/drawing/2014/main" id="{0C47D8E5-3820-94C2-7403-A1666516B991}"/>
              </a:ext>
            </a:extLst>
          </p:cNvPr>
          <p:cNvSpPr/>
          <p:nvPr/>
        </p:nvSpPr>
        <p:spPr>
          <a:xfrm>
            <a:off x="4793454" y="1605066"/>
            <a:ext cx="2419350" cy="2419350"/>
          </a:xfrm>
          <a:prstGeom prst="donut">
            <a:avLst>
              <a:gd name="adj" fmla="val 10431"/>
            </a:avLst>
          </a:prstGeom>
          <a:solidFill>
            <a:srgbClr val="F8A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7AEB2D-F3B4-777A-9CB2-202122390770}"/>
              </a:ext>
            </a:extLst>
          </p:cNvPr>
          <p:cNvSpPr/>
          <p:nvPr/>
        </p:nvSpPr>
        <p:spPr>
          <a:xfrm>
            <a:off x="3583501" y="1591348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3A33633-F140-4CAC-8703-B9250E6AA164}"/>
              </a:ext>
            </a:extLst>
          </p:cNvPr>
          <p:cNvSpPr/>
          <p:nvPr/>
        </p:nvSpPr>
        <p:spPr>
          <a:xfrm>
            <a:off x="4719798" y="740674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494A6BF-92C6-65CD-8D90-A03819816273}"/>
              </a:ext>
            </a:extLst>
          </p:cNvPr>
          <p:cNvSpPr/>
          <p:nvPr/>
        </p:nvSpPr>
        <p:spPr>
          <a:xfrm>
            <a:off x="3978691" y="3729270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D0C19FE-BCDA-62E1-D6AC-291FD2F08AC0}"/>
              </a:ext>
            </a:extLst>
          </p:cNvPr>
          <p:cNvSpPr/>
          <p:nvPr/>
        </p:nvSpPr>
        <p:spPr>
          <a:xfrm>
            <a:off x="7225303" y="3260059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D85BE9D-A4C7-CFF9-4A3A-B73250AA8D00}"/>
              </a:ext>
            </a:extLst>
          </p:cNvPr>
          <p:cNvSpPr/>
          <p:nvPr/>
        </p:nvSpPr>
        <p:spPr>
          <a:xfrm>
            <a:off x="7906806" y="1326252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382746-2C56-AF89-B77F-AF8B1FE2AF0F}"/>
              </a:ext>
            </a:extLst>
          </p:cNvPr>
          <p:cNvSpPr/>
          <p:nvPr/>
        </p:nvSpPr>
        <p:spPr>
          <a:xfrm>
            <a:off x="5935323" y="4904236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F774865-D08A-6A9F-B2EE-5B2CD4F4F305}"/>
              </a:ext>
            </a:extLst>
          </p:cNvPr>
          <p:cNvCxnSpPr>
            <a:cxnSpLocks/>
          </p:cNvCxnSpPr>
          <p:nvPr/>
        </p:nvCxnSpPr>
        <p:spPr>
          <a:xfrm>
            <a:off x="3895754" y="1925862"/>
            <a:ext cx="2114520" cy="893538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CD2BB1-0DEC-FC41-C8F8-CE54A1F5528C}"/>
              </a:ext>
            </a:extLst>
          </p:cNvPr>
          <p:cNvCxnSpPr>
            <a:cxnSpLocks/>
          </p:cNvCxnSpPr>
          <p:nvPr/>
        </p:nvCxnSpPr>
        <p:spPr>
          <a:xfrm flipV="1">
            <a:off x="4286998" y="2801023"/>
            <a:ext cx="1651969" cy="1180658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A15F866-0516-FD1E-8358-5183F704639A}"/>
              </a:ext>
            </a:extLst>
          </p:cNvPr>
          <p:cNvCxnSpPr>
            <a:cxnSpLocks/>
          </p:cNvCxnSpPr>
          <p:nvPr/>
        </p:nvCxnSpPr>
        <p:spPr>
          <a:xfrm flipH="1" flipV="1">
            <a:off x="6010274" y="2830736"/>
            <a:ext cx="209485" cy="2301891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1776AC-ABA0-34D9-0DAD-FC052A52B371}"/>
              </a:ext>
            </a:extLst>
          </p:cNvPr>
          <p:cNvCxnSpPr>
            <a:cxnSpLocks/>
          </p:cNvCxnSpPr>
          <p:nvPr/>
        </p:nvCxnSpPr>
        <p:spPr>
          <a:xfrm flipH="1" flipV="1">
            <a:off x="5967476" y="2801023"/>
            <a:ext cx="1481138" cy="758841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B8A12-73FD-8DC3-FF6C-9C1EEBC60DBD}"/>
              </a:ext>
            </a:extLst>
          </p:cNvPr>
          <p:cNvCxnSpPr>
            <a:cxnSpLocks/>
          </p:cNvCxnSpPr>
          <p:nvPr/>
        </p:nvCxnSpPr>
        <p:spPr>
          <a:xfrm>
            <a:off x="5010311" y="1032323"/>
            <a:ext cx="1147731" cy="1798413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A25DD7D-38FE-0657-1F01-5A3C8163764C}"/>
              </a:ext>
            </a:extLst>
          </p:cNvPr>
          <p:cNvCxnSpPr>
            <a:cxnSpLocks/>
          </p:cNvCxnSpPr>
          <p:nvPr/>
        </p:nvCxnSpPr>
        <p:spPr>
          <a:xfrm flipH="1">
            <a:off x="6038783" y="1637627"/>
            <a:ext cx="2162641" cy="1237784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115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44B45-30E1-6E0C-03A7-262487025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C4BB203-42EB-BA72-A1F6-11485043F220}"/>
              </a:ext>
            </a:extLst>
          </p:cNvPr>
          <p:cNvSpPr/>
          <p:nvPr/>
        </p:nvSpPr>
        <p:spPr>
          <a:xfrm>
            <a:off x="4653100" y="1465078"/>
            <a:ext cx="2700059" cy="2699326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28C1AA5-ECC1-2007-EDAD-47B2391F07E7}"/>
              </a:ext>
            </a:extLst>
          </p:cNvPr>
          <p:cNvSpPr/>
          <p:nvPr/>
        </p:nvSpPr>
        <p:spPr>
          <a:xfrm>
            <a:off x="4897929" y="1709841"/>
            <a:ext cx="2210400" cy="2209800"/>
          </a:xfrm>
          <a:prstGeom prst="ellipse">
            <a:avLst/>
          </a:prstGeom>
          <a:solidFill>
            <a:srgbClr val="183D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Circle: Hollow 5">
            <a:extLst>
              <a:ext uri="{FF2B5EF4-FFF2-40B4-BE49-F238E27FC236}">
                <a16:creationId xmlns:a16="http://schemas.microsoft.com/office/drawing/2014/main" id="{CEB478F0-AB64-1403-B853-BF39B66F1222}"/>
              </a:ext>
            </a:extLst>
          </p:cNvPr>
          <p:cNvSpPr/>
          <p:nvPr/>
        </p:nvSpPr>
        <p:spPr>
          <a:xfrm>
            <a:off x="4793454" y="1605066"/>
            <a:ext cx="2419350" cy="2419350"/>
          </a:xfrm>
          <a:prstGeom prst="donut">
            <a:avLst>
              <a:gd name="adj" fmla="val 21281"/>
            </a:avLst>
          </a:prstGeom>
          <a:solidFill>
            <a:srgbClr val="F8A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B60475B-5BDA-F786-177B-CDFC317997EA}"/>
              </a:ext>
            </a:extLst>
          </p:cNvPr>
          <p:cNvSpPr/>
          <p:nvPr/>
        </p:nvSpPr>
        <p:spPr>
          <a:xfrm>
            <a:off x="3583501" y="1591348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8629C40-14D8-446B-E0C7-17FFB3D84D6C}"/>
              </a:ext>
            </a:extLst>
          </p:cNvPr>
          <p:cNvSpPr/>
          <p:nvPr/>
        </p:nvSpPr>
        <p:spPr>
          <a:xfrm>
            <a:off x="4719798" y="740674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BFC294-0687-4F00-D7D8-2680C3CFAEF0}"/>
              </a:ext>
            </a:extLst>
          </p:cNvPr>
          <p:cNvSpPr/>
          <p:nvPr/>
        </p:nvSpPr>
        <p:spPr>
          <a:xfrm>
            <a:off x="3978691" y="3729270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6CBC8E9-3D16-BA9A-91A2-ACC466D32413}"/>
              </a:ext>
            </a:extLst>
          </p:cNvPr>
          <p:cNvSpPr/>
          <p:nvPr/>
        </p:nvSpPr>
        <p:spPr>
          <a:xfrm>
            <a:off x="7225303" y="3308166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62AE277-62BE-DE61-809C-3C5B46D362A1}"/>
              </a:ext>
            </a:extLst>
          </p:cNvPr>
          <p:cNvSpPr/>
          <p:nvPr/>
        </p:nvSpPr>
        <p:spPr>
          <a:xfrm>
            <a:off x="7906806" y="1326252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F2B842-70BB-AA34-F22A-1751A15BA5BD}"/>
              </a:ext>
            </a:extLst>
          </p:cNvPr>
          <p:cNvSpPr/>
          <p:nvPr/>
        </p:nvSpPr>
        <p:spPr>
          <a:xfrm>
            <a:off x="5935323" y="4904236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148945-B4E9-9C07-4863-578704A17D49}"/>
              </a:ext>
            </a:extLst>
          </p:cNvPr>
          <p:cNvCxnSpPr>
            <a:cxnSpLocks/>
          </p:cNvCxnSpPr>
          <p:nvPr/>
        </p:nvCxnSpPr>
        <p:spPr>
          <a:xfrm>
            <a:off x="3895754" y="1925862"/>
            <a:ext cx="2114520" cy="893538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9D8AA8E-266D-9330-B841-E89A6B0B1CF9}"/>
              </a:ext>
            </a:extLst>
          </p:cNvPr>
          <p:cNvCxnSpPr>
            <a:cxnSpLocks/>
          </p:cNvCxnSpPr>
          <p:nvPr/>
        </p:nvCxnSpPr>
        <p:spPr>
          <a:xfrm flipV="1">
            <a:off x="4286998" y="2801023"/>
            <a:ext cx="1651969" cy="1180658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E4B1B2-903B-EF46-C29D-A31204D739CD}"/>
              </a:ext>
            </a:extLst>
          </p:cNvPr>
          <p:cNvCxnSpPr>
            <a:cxnSpLocks/>
          </p:cNvCxnSpPr>
          <p:nvPr/>
        </p:nvCxnSpPr>
        <p:spPr>
          <a:xfrm flipH="1" flipV="1">
            <a:off x="6010274" y="2830736"/>
            <a:ext cx="209485" cy="2301891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7A435C0-0B7D-FDE3-07F7-A4D56E6D6E2C}"/>
              </a:ext>
            </a:extLst>
          </p:cNvPr>
          <p:cNvCxnSpPr>
            <a:cxnSpLocks/>
          </p:cNvCxnSpPr>
          <p:nvPr/>
        </p:nvCxnSpPr>
        <p:spPr>
          <a:xfrm flipH="1" flipV="1">
            <a:off x="5967476" y="2801023"/>
            <a:ext cx="1481138" cy="758841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C3F671-9D03-7609-9BBE-2E2FBAFE183B}"/>
              </a:ext>
            </a:extLst>
          </p:cNvPr>
          <p:cNvCxnSpPr>
            <a:cxnSpLocks/>
          </p:cNvCxnSpPr>
          <p:nvPr/>
        </p:nvCxnSpPr>
        <p:spPr>
          <a:xfrm>
            <a:off x="5010311" y="1032323"/>
            <a:ext cx="1147731" cy="1798413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38BF9AA-898D-30D9-2B21-9F99DB20425A}"/>
              </a:ext>
            </a:extLst>
          </p:cNvPr>
          <p:cNvCxnSpPr>
            <a:cxnSpLocks/>
          </p:cNvCxnSpPr>
          <p:nvPr/>
        </p:nvCxnSpPr>
        <p:spPr>
          <a:xfrm flipH="1">
            <a:off x="6038783" y="1637627"/>
            <a:ext cx="2162641" cy="1237784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048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E7140-91C5-B7DE-DCD9-3CD56F3E2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7DCC925-1336-777A-220E-EE58DBAF0FDD}"/>
              </a:ext>
            </a:extLst>
          </p:cNvPr>
          <p:cNvSpPr/>
          <p:nvPr/>
        </p:nvSpPr>
        <p:spPr>
          <a:xfrm>
            <a:off x="4926943" y="1777675"/>
            <a:ext cx="2095355" cy="2094786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Circle: Hollow 5">
            <a:extLst>
              <a:ext uri="{FF2B5EF4-FFF2-40B4-BE49-F238E27FC236}">
                <a16:creationId xmlns:a16="http://schemas.microsoft.com/office/drawing/2014/main" id="{7DF6886F-C346-03B5-3518-C4A86740674F}"/>
              </a:ext>
            </a:extLst>
          </p:cNvPr>
          <p:cNvSpPr/>
          <p:nvPr/>
        </p:nvSpPr>
        <p:spPr>
          <a:xfrm>
            <a:off x="5035864" y="1886312"/>
            <a:ext cx="1877513" cy="1877513"/>
          </a:xfrm>
          <a:prstGeom prst="donut">
            <a:avLst>
              <a:gd name="adj" fmla="val 18037"/>
            </a:avLst>
          </a:prstGeom>
          <a:solidFill>
            <a:srgbClr val="F8A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0661989-AC50-3498-4BF1-4F683ADA3DC2}"/>
              </a:ext>
            </a:extLst>
          </p:cNvPr>
          <p:cNvSpPr/>
          <p:nvPr/>
        </p:nvSpPr>
        <p:spPr>
          <a:xfrm>
            <a:off x="3583501" y="1591348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E265D63-8D68-564F-2806-2F5A49E5EA26}"/>
              </a:ext>
            </a:extLst>
          </p:cNvPr>
          <p:cNvSpPr/>
          <p:nvPr/>
        </p:nvSpPr>
        <p:spPr>
          <a:xfrm>
            <a:off x="4719798" y="740674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7470400-4497-E056-8095-C6BE122FE2CA}"/>
              </a:ext>
            </a:extLst>
          </p:cNvPr>
          <p:cNvSpPr/>
          <p:nvPr/>
        </p:nvSpPr>
        <p:spPr>
          <a:xfrm>
            <a:off x="3970981" y="3694561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7751AAF-CE46-94A1-7715-BEDBFCD68FDB}"/>
              </a:ext>
            </a:extLst>
          </p:cNvPr>
          <p:cNvSpPr/>
          <p:nvPr/>
        </p:nvSpPr>
        <p:spPr>
          <a:xfrm>
            <a:off x="7182505" y="3272851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DE61499-2561-D40A-B337-5F9C48668E23}"/>
              </a:ext>
            </a:extLst>
          </p:cNvPr>
          <p:cNvSpPr/>
          <p:nvPr/>
        </p:nvSpPr>
        <p:spPr>
          <a:xfrm>
            <a:off x="7906806" y="1326252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6400FF-8869-6434-BA48-2AF641BA40F3}"/>
              </a:ext>
            </a:extLst>
          </p:cNvPr>
          <p:cNvSpPr/>
          <p:nvPr/>
        </p:nvSpPr>
        <p:spPr>
          <a:xfrm>
            <a:off x="5925141" y="4832822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CBDD275-0D50-F2EC-8AEE-0B8A29DA5C3B}"/>
              </a:ext>
            </a:extLst>
          </p:cNvPr>
          <p:cNvCxnSpPr>
            <a:cxnSpLocks/>
          </p:cNvCxnSpPr>
          <p:nvPr/>
        </p:nvCxnSpPr>
        <p:spPr>
          <a:xfrm>
            <a:off x="3895754" y="1925862"/>
            <a:ext cx="2114520" cy="893538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21D662-5D67-D1A4-2036-1CE6CE6F9274}"/>
              </a:ext>
            </a:extLst>
          </p:cNvPr>
          <p:cNvCxnSpPr>
            <a:cxnSpLocks/>
          </p:cNvCxnSpPr>
          <p:nvPr/>
        </p:nvCxnSpPr>
        <p:spPr>
          <a:xfrm flipV="1">
            <a:off x="4286998" y="2801023"/>
            <a:ext cx="1651969" cy="1180658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D80A994-6A2C-2AD2-20E6-AC62B7927BFF}"/>
              </a:ext>
            </a:extLst>
          </p:cNvPr>
          <p:cNvCxnSpPr>
            <a:cxnSpLocks/>
          </p:cNvCxnSpPr>
          <p:nvPr/>
        </p:nvCxnSpPr>
        <p:spPr>
          <a:xfrm flipH="1" flipV="1">
            <a:off x="6010274" y="2830736"/>
            <a:ext cx="209485" cy="2301891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0E1B0A8-621F-AFD2-20A0-1DBCD5F87D30}"/>
              </a:ext>
            </a:extLst>
          </p:cNvPr>
          <p:cNvCxnSpPr>
            <a:cxnSpLocks/>
          </p:cNvCxnSpPr>
          <p:nvPr/>
        </p:nvCxnSpPr>
        <p:spPr>
          <a:xfrm flipH="1" flipV="1">
            <a:off x="5967476" y="2801023"/>
            <a:ext cx="1481138" cy="758841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D27D088-4FCD-DC53-E9B2-D7CEC630A16C}"/>
              </a:ext>
            </a:extLst>
          </p:cNvPr>
          <p:cNvCxnSpPr>
            <a:cxnSpLocks/>
          </p:cNvCxnSpPr>
          <p:nvPr/>
        </p:nvCxnSpPr>
        <p:spPr>
          <a:xfrm>
            <a:off x="5010311" y="1032323"/>
            <a:ext cx="1147731" cy="1798413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295A4E3-4D87-95D9-32F2-EE8BBF6B6771}"/>
              </a:ext>
            </a:extLst>
          </p:cNvPr>
          <p:cNvCxnSpPr>
            <a:cxnSpLocks/>
          </p:cNvCxnSpPr>
          <p:nvPr/>
        </p:nvCxnSpPr>
        <p:spPr>
          <a:xfrm flipH="1">
            <a:off x="6038783" y="1637627"/>
            <a:ext cx="2162641" cy="1237784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689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A2615-6FDB-65CF-7899-D3428D84B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0E78A74-DFD9-DDFB-DB95-EA27BEEF9C16}"/>
              </a:ext>
            </a:extLst>
          </p:cNvPr>
          <p:cNvSpPr/>
          <p:nvPr/>
        </p:nvSpPr>
        <p:spPr>
          <a:xfrm>
            <a:off x="5269873" y="2148518"/>
            <a:ext cx="1409494" cy="1409111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Circle: Hollow 5">
            <a:extLst>
              <a:ext uri="{FF2B5EF4-FFF2-40B4-BE49-F238E27FC236}">
                <a16:creationId xmlns:a16="http://schemas.microsoft.com/office/drawing/2014/main" id="{F7D286E4-2E54-1878-AEBC-DDA156CC1950}"/>
              </a:ext>
            </a:extLst>
          </p:cNvPr>
          <p:cNvSpPr/>
          <p:nvPr/>
        </p:nvSpPr>
        <p:spPr>
          <a:xfrm>
            <a:off x="5035864" y="1886312"/>
            <a:ext cx="1877513" cy="1877513"/>
          </a:xfrm>
          <a:prstGeom prst="donut">
            <a:avLst>
              <a:gd name="adj" fmla="val 18037"/>
            </a:avLst>
          </a:prstGeom>
          <a:solidFill>
            <a:srgbClr val="F8A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39DADA-0824-7A3C-B376-2959FB5A1A5B}"/>
              </a:ext>
            </a:extLst>
          </p:cNvPr>
          <p:cNvSpPr/>
          <p:nvPr/>
        </p:nvSpPr>
        <p:spPr>
          <a:xfrm>
            <a:off x="3583501" y="1591348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8891AD-125E-7841-E72C-446B2203543C}"/>
              </a:ext>
            </a:extLst>
          </p:cNvPr>
          <p:cNvSpPr/>
          <p:nvPr/>
        </p:nvSpPr>
        <p:spPr>
          <a:xfrm>
            <a:off x="4719798" y="740674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0D0D77B-58C2-54AA-EA97-5EEC9FA8F122}"/>
              </a:ext>
            </a:extLst>
          </p:cNvPr>
          <p:cNvSpPr/>
          <p:nvPr/>
        </p:nvSpPr>
        <p:spPr>
          <a:xfrm>
            <a:off x="3978691" y="3729270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DD3F70-E936-3363-C5AD-18B0423288C5}"/>
              </a:ext>
            </a:extLst>
          </p:cNvPr>
          <p:cNvSpPr/>
          <p:nvPr/>
        </p:nvSpPr>
        <p:spPr>
          <a:xfrm>
            <a:off x="7225303" y="3260059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45D14E8-A94E-B659-17D6-794471180961}"/>
              </a:ext>
            </a:extLst>
          </p:cNvPr>
          <p:cNvSpPr/>
          <p:nvPr/>
        </p:nvSpPr>
        <p:spPr>
          <a:xfrm>
            <a:off x="7906806" y="1326252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95720E5-7E9B-2407-9EB7-459AA32FF0CA}"/>
              </a:ext>
            </a:extLst>
          </p:cNvPr>
          <p:cNvSpPr/>
          <p:nvPr/>
        </p:nvSpPr>
        <p:spPr>
          <a:xfrm>
            <a:off x="5935323" y="4904236"/>
            <a:ext cx="589236" cy="599610"/>
          </a:xfrm>
          <a:prstGeom prst="ellipse">
            <a:avLst/>
          </a:prstGeom>
          <a:solidFill>
            <a:srgbClr val="183D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7A8C630-D091-B0A0-3E88-B96E9841DF0C}"/>
              </a:ext>
            </a:extLst>
          </p:cNvPr>
          <p:cNvCxnSpPr>
            <a:cxnSpLocks/>
          </p:cNvCxnSpPr>
          <p:nvPr/>
        </p:nvCxnSpPr>
        <p:spPr>
          <a:xfrm>
            <a:off x="3895754" y="1925862"/>
            <a:ext cx="2114520" cy="893538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8EDC09-2097-32D8-E4EB-77030C70C86A}"/>
              </a:ext>
            </a:extLst>
          </p:cNvPr>
          <p:cNvCxnSpPr>
            <a:cxnSpLocks/>
          </p:cNvCxnSpPr>
          <p:nvPr/>
        </p:nvCxnSpPr>
        <p:spPr>
          <a:xfrm flipV="1">
            <a:off x="4286998" y="2801023"/>
            <a:ext cx="1651969" cy="1180658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5D7260-4FD1-9F4C-F7C8-5232E73519F1}"/>
              </a:ext>
            </a:extLst>
          </p:cNvPr>
          <p:cNvCxnSpPr>
            <a:cxnSpLocks/>
          </p:cNvCxnSpPr>
          <p:nvPr/>
        </p:nvCxnSpPr>
        <p:spPr>
          <a:xfrm flipH="1" flipV="1">
            <a:off x="6010274" y="2830736"/>
            <a:ext cx="209485" cy="2301891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2587413-7763-1EFA-6315-10D4A2FF9B9C}"/>
              </a:ext>
            </a:extLst>
          </p:cNvPr>
          <p:cNvCxnSpPr>
            <a:cxnSpLocks/>
          </p:cNvCxnSpPr>
          <p:nvPr/>
        </p:nvCxnSpPr>
        <p:spPr>
          <a:xfrm flipH="1" flipV="1">
            <a:off x="5967476" y="2801023"/>
            <a:ext cx="1481138" cy="758841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D81FA7-D17F-ECC8-2FDE-E0BFA981614D}"/>
              </a:ext>
            </a:extLst>
          </p:cNvPr>
          <p:cNvCxnSpPr>
            <a:cxnSpLocks/>
          </p:cNvCxnSpPr>
          <p:nvPr/>
        </p:nvCxnSpPr>
        <p:spPr>
          <a:xfrm>
            <a:off x="5010311" y="1032323"/>
            <a:ext cx="1147731" cy="1798413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0F72D43-BC5D-BB8D-1C95-6ACA7BC89F82}"/>
              </a:ext>
            </a:extLst>
          </p:cNvPr>
          <p:cNvCxnSpPr>
            <a:cxnSpLocks/>
          </p:cNvCxnSpPr>
          <p:nvPr/>
        </p:nvCxnSpPr>
        <p:spPr>
          <a:xfrm flipH="1">
            <a:off x="6038783" y="1637627"/>
            <a:ext cx="2162641" cy="1237784"/>
          </a:xfrm>
          <a:prstGeom prst="line">
            <a:avLst/>
          </a:prstGeom>
          <a:ln w="171450">
            <a:solidFill>
              <a:srgbClr val="183D7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538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2987D27-D707-2E89-2FBE-15E9D5E5D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352" y="2246756"/>
            <a:ext cx="1965724" cy="190538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13E7655-22AD-FD1E-6F25-D1A1057FC5F0}"/>
              </a:ext>
            </a:extLst>
          </p:cNvPr>
          <p:cNvGrpSpPr/>
          <p:nvPr/>
        </p:nvGrpSpPr>
        <p:grpSpPr>
          <a:xfrm>
            <a:off x="3986250" y="2254269"/>
            <a:ext cx="7800516" cy="1890355"/>
            <a:chOff x="3986250" y="2323338"/>
            <a:chExt cx="7800516" cy="1890355"/>
          </a:xfrm>
        </p:grpSpPr>
        <p:pic>
          <p:nvPicPr>
            <p:cNvPr id="9" name="Picture 8" descr="A 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B9C7EB46-4EC1-080B-77CA-E40882C09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788" b="35737"/>
            <a:stretch>
              <a:fillRect/>
            </a:stretch>
          </p:blipFill>
          <p:spPr>
            <a:xfrm>
              <a:off x="3986250" y="2323338"/>
              <a:ext cx="7800516" cy="125533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A803DFB-87F5-4EAC-7B20-3F560D85677C}"/>
                </a:ext>
              </a:extLst>
            </p:cNvPr>
            <p:cNvSpPr txBox="1"/>
            <p:nvPr/>
          </p:nvSpPr>
          <p:spPr>
            <a:xfrm>
              <a:off x="3986250" y="3567362"/>
              <a:ext cx="68027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i="1" dirty="0">
                  <a:solidFill>
                    <a:srgbClr val="183D76"/>
                  </a:solidFill>
                  <a:latin typeface="Arial Nova Light" panose="020B0304020202020204" pitchFamily="34" charset="0"/>
                  <a:cs typeface="Segoe UI" panose="020B0502040204020203" pitchFamily="34" charset="0"/>
                </a:rPr>
                <a:t>Semantic Interoperability Initiative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3865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DF242-1989-4A09-6407-A2D76C213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A447A09-BA6D-1ED3-138B-FB43B7253879}"/>
              </a:ext>
            </a:extLst>
          </p:cNvPr>
          <p:cNvGrpSpPr/>
          <p:nvPr/>
        </p:nvGrpSpPr>
        <p:grpSpPr>
          <a:xfrm>
            <a:off x="1984450" y="2201433"/>
            <a:ext cx="8379032" cy="2063451"/>
            <a:chOff x="1984450" y="2201433"/>
            <a:chExt cx="8379032" cy="206345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D0B2920-CD6B-6382-293C-219A5BEF4A91}"/>
                </a:ext>
              </a:extLst>
            </p:cNvPr>
            <p:cNvGrpSpPr/>
            <p:nvPr/>
          </p:nvGrpSpPr>
          <p:grpSpPr>
            <a:xfrm>
              <a:off x="4291050" y="2365492"/>
              <a:ext cx="6072432" cy="1735333"/>
              <a:chOff x="3986250" y="2323338"/>
              <a:chExt cx="6072432" cy="1735333"/>
            </a:xfrm>
          </p:grpSpPr>
          <p:pic>
            <p:nvPicPr>
              <p:cNvPr id="9" name="Picture 8" descr="A blue text on a black background&#10;&#10;AI-generated content may be incorrect.">
                <a:extLst>
                  <a:ext uri="{FF2B5EF4-FFF2-40B4-BE49-F238E27FC236}">
                    <a16:creationId xmlns:a16="http://schemas.microsoft.com/office/drawing/2014/main" id="{FDBBBF9A-1FB2-A19C-82B0-E8FF01EE9B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788" r="27217" b="35737"/>
              <a:stretch>
                <a:fillRect/>
              </a:stretch>
            </p:blipFill>
            <p:spPr>
              <a:xfrm>
                <a:off x="3986250" y="2323338"/>
                <a:ext cx="5186325" cy="1255333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13CCB4-0610-4909-2511-AE02CFECF835}"/>
                  </a:ext>
                </a:extLst>
              </p:cNvPr>
              <p:cNvSpPr txBox="1"/>
              <p:nvPr/>
            </p:nvSpPr>
            <p:spPr>
              <a:xfrm>
                <a:off x="3986250" y="3473896"/>
                <a:ext cx="607243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i="1" dirty="0">
                    <a:solidFill>
                      <a:srgbClr val="183D76"/>
                    </a:solidFill>
                    <a:latin typeface="Arial Nova Light" panose="020B0304020202020204" pitchFamily="34" charset="0"/>
                    <a:cs typeface="Segoe UI" panose="020B0502040204020203" pitchFamily="34" charset="0"/>
                  </a:rPr>
                  <a:t>Semantic Interoperability Initiative</a:t>
                </a:r>
              </a:p>
            </p:txBody>
          </p:sp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E08F087-9934-5F1D-671D-ACEEC6FD6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84450" y="2201433"/>
              <a:ext cx="2128800" cy="2063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1287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BD324-0875-EC06-686C-6658B631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BFEFBF0-EB95-2C3E-87CE-ED820BFA132A}"/>
              </a:ext>
            </a:extLst>
          </p:cNvPr>
          <p:cNvGrpSpPr/>
          <p:nvPr/>
        </p:nvGrpSpPr>
        <p:grpSpPr>
          <a:xfrm>
            <a:off x="1984450" y="2201433"/>
            <a:ext cx="7492925" cy="2063451"/>
            <a:chOff x="1984450" y="2201433"/>
            <a:chExt cx="7492925" cy="206345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04154AA-92C8-6D28-C937-9D3FE2F863CD}"/>
                </a:ext>
              </a:extLst>
            </p:cNvPr>
            <p:cNvGrpSpPr/>
            <p:nvPr/>
          </p:nvGrpSpPr>
          <p:grpSpPr>
            <a:xfrm>
              <a:off x="4291050" y="2365492"/>
              <a:ext cx="5186325" cy="1579243"/>
              <a:chOff x="3986250" y="2323338"/>
              <a:chExt cx="5186325" cy="1579243"/>
            </a:xfrm>
          </p:grpSpPr>
          <p:pic>
            <p:nvPicPr>
              <p:cNvPr id="9" name="Picture 8" descr="A blue text on a black background&#10;&#10;AI-generated content may be incorrect.">
                <a:extLst>
                  <a:ext uri="{FF2B5EF4-FFF2-40B4-BE49-F238E27FC236}">
                    <a16:creationId xmlns:a16="http://schemas.microsoft.com/office/drawing/2014/main" id="{4D7BBC38-96A0-BF88-D9EE-40551C2973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788" r="27217" b="35737"/>
              <a:stretch>
                <a:fillRect/>
              </a:stretch>
            </p:blipFill>
            <p:spPr>
              <a:xfrm>
                <a:off x="3986250" y="2323338"/>
                <a:ext cx="5186325" cy="1255333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89AB8D-87F8-AEAE-B9AA-F5CB52B9BD58}"/>
                  </a:ext>
                </a:extLst>
              </p:cNvPr>
              <p:cNvSpPr txBox="1"/>
              <p:nvPr/>
            </p:nvSpPr>
            <p:spPr>
              <a:xfrm>
                <a:off x="4114800" y="3502471"/>
                <a:ext cx="4981576" cy="40011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sz="2000" cap="small" dirty="0">
                    <a:solidFill>
                      <a:srgbClr val="183D76"/>
                    </a:solidFill>
                    <a:latin typeface="Montserrat Black" pitchFamily="2" charset="0"/>
                    <a:cs typeface="Segoe UI" panose="020B0502040204020203" pitchFamily="34" charset="0"/>
                  </a:rPr>
                  <a:t>Semantic Interoperability Initiative</a:t>
                </a:r>
              </a:p>
            </p:txBody>
          </p:sp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5A7CB51-F3E7-C9A5-4B66-1B95BC7F4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84450" y="2201433"/>
              <a:ext cx="2128800" cy="2063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5590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91995-0E2F-CE62-4D13-07BF234FD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167D301-6159-AC14-2B97-614E9E44D6F1}"/>
              </a:ext>
            </a:extLst>
          </p:cNvPr>
          <p:cNvGrpSpPr/>
          <p:nvPr/>
        </p:nvGrpSpPr>
        <p:grpSpPr>
          <a:xfrm>
            <a:off x="4291050" y="2296557"/>
            <a:ext cx="2779928" cy="1873202"/>
            <a:chOff x="4291050" y="2344057"/>
            <a:chExt cx="2779928" cy="1873202"/>
          </a:xfrm>
        </p:grpSpPr>
        <p:pic>
          <p:nvPicPr>
            <p:cNvPr id="9" name="Picture 8" descr="A 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6BF43EAF-F5D9-0F8F-8A3F-567983E47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788" r="27217" b="35737"/>
            <a:stretch>
              <a:fillRect/>
            </a:stretch>
          </p:blipFill>
          <p:spPr>
            <a:xfrm>
              <a:off x="4291050" y="2344057"/>
              <a:ext cx="2779928" cy="67287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834BF82-CCE7-7C9C-A84D-30A676062C72}"/>
                </a:ext>
              </a:extLst>
            </p:cNvPr>
            <p:cNvSpPr txBox="1"/>
            <p:nvPr/>
          </p:nvSpPr>
          <p:spPr>
            <a:xfrm>
              <a:off x="4291050" y="3016930"/>
              <a:ext cx="2779928" cy="1200329"/>
            </a:xfrm>
            <a:prstGeom prst="rect">
              <a:avLst/>
            </a:prstGeom>
            <a:solidFill>
              <a:srgbClr val="F8AF00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i="1" cap="small" dirty="0">
                  <a:solidFill>
                    <a:srgbClr val="183D76"/>
                  </a:solidFill>
                  <a:latin typeface="Montserrat Black" pitchFamily="2" charset="0"/>
                  <a:cs typeface="Segoe UI" panose="020B0502040204020203" pitchFamily="34" charset="0"/>
                </a:rPr>
                <a:t>Semantic</a:t>
              </a:r>
            </a:p>
            <a:p>
              <a:r>
                <a:rPr lang="en-US" sz="2400" i="1" cap="small" dirty="0">
                  <a:solidFill>
                    <a:srgbClr val="183D76"/>
                  </a:solidFill>
                  <a:latin typeface="Montserrat Black" pitchFamily="2" charset="0"/>
                  <a:cs typeface="Segoe UI" panose="020B0502040204020203" pitchFamily="34" charset="0"/>
                </a:rPr>
                <a:t>Interoperability</a:t>
              </a:r>
            </a:p>
            <a:p>
              <a:r>
                <a:rPr lang="en-US" sz="2400" i="1" cap="small" dirty="0">
                  <a:solidFill>
                    <a:srgbClr val="183D76"/>
                  </a:solidFill>
                  <a:latin typeface="Montserrat Black" pitchFamily="2" charset="0"/>
                  <a:cs typeface="Segoe UI" panose="020B0502040204020203" pitchFamily="34" charset="0"/>
                </a:rPr>
                <a:t>Initiative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95886B3-CE37-290E-F483-49CAC31B5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450" y="2201433"/>
            <a:ext cx="2128800" cy="206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16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9DB45-83DC-CE2A-3078-3C48ACDF3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BBAAEE4-5398-57B3-38A8-0238D519CA29}"/>
              </a:ext>
            </a:extLst>
          </p:cNvPr>
          <p:cNvGrpSpPr/>
          <p:nvPr/>
        </p:nvGrpSpPr>
        <p:grpSpPr>
          <a:xfrm>
            <a:off x="4291050" y="2296557"/>
            <a:ext cx="2779928" cy="1873202"/>
            <a:chOff x="4291050" y="2344057"/>
            <a:chExt cx="2779928" cy="1873202"/>
          </a:xfrm>
        </p:grpSpPr>
        <p:pic>
          <p:nvPicPr>
            <p:cNvPr id="9" name="Picture 8" descr="A 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3492CD08-1002-0159-D98C-F9F58A190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788" r="27217" b="35737"/>
            <a:stretch>
              <a:fillRect/>
            </a:stretch>
          </p:blipFill>
          <p:spPr>
            <a:xfrm>
              <a:off x="4291050" y="2344057"/>
              <a:ext cx="2779928" cy="67287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28F2E3D-639A-F3C3-3BB7-D617DC7D3DBD}"/>
                </a:ext>
              </a:extLst>
            </p:cNvPr>
            <p:cNvSpPr txBox="1"/>
            <p:nvPr/>
          </p:nvSpPr>
          <p:spPr>
            <a:xfrm>
              <a:off x="4291050" y="3016930"/>
              <a:ext cx="2779928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cap="small" dirty="0">
                  <a:solidFill>
                    <a:srgbClr val="183D76"/>
                  </a:solidFill>
                  <a:latin typeface="Montserrat Black" pitchFamily="2" charset="0"/>
                  <a:cs typeface="Segoe UI" panose="020B0502040204020203" pitchFamily="34" charset="0"/>
                </a:rPr>
                <a:t>Semantic</a:t>
              </a:r>
            </a:p>
            <a:p>
              <a:pPr algn="ctr"/>
              <a:r>
                <a:rPr lang="en-US" sz="2400" i="1" cap="small" dirty="0">
                  <a:solidFill>
                    <a:srgbClr val="183D76"/>
                  </a:solidFill>
                  <a:latin typeface="Montserrat Black" pitchFamily="2" charset="0"/>
                  <a:cs typeface="Segoe UI" panose="020B0502040204020203" pitchFamily="34" charset="0"/>
                </a:rPr>
                <a:t>Interoperability</a:t>
              </a:r>
            </a:p>
            <a:p>
              <a:pPr algn="r"/>
              <a:r>
                <a:rPr lang="en-US" sz="2400" i="1" cap="small" dirty="0">
                  <a:solidFill>
                    <a:srgbClr val="183D76"/>
                  </a:solidFill>
                  <a:latin typeface="Montserrat Black" pitchFamily="2" charset="0"/>
                  <a:cs typeface="Segoe UI" panose="020B0502040204020203" pitchFamily="34" charset="0"/>
                </a:rPr>
                <a:t>Initiative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3815EE5-9A9D-E036-7D17-580C199A7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450" y="2201433"/>
            <a:ext cx="2128800" cy="206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122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BDC83-F9BB-DD28-1C30-7CDD877E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212749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3905C-1220-125F-3BD4-51B7AA3D1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971F295C-C43E-5175-9F35-A6DD7194BE83}"/>
              </a:ext>
            </a:extLst>
          </p:cNvPr>
          <p:cNvGrpSpPr/>
          <p:nvPr/>
        </p:nvGrpSpPr>
        <p:grpSpPr>
          <a:xfrm>
            <a:off x="784183" y="883549"/>
            <a:ext cx="4930559" cy="4746943"/>
            <a:chOff x="784183" y="883549"/>
            <a:chExt cx="4930559" cy="474694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E32668E-B659-7991-6ABA-CB68DB868C60}"/>
                </a:ext>
              </a:extLst>
            </p:cNvPr>
            <p:cNvSpPr/>
            <p:nvPr/>
          </p:nvSpPr>
          <p:spPr>
            <a:xfrm>
              <a:off x="1871800" y="1607953"/>
              <a:ext cx="2700059" cy="2699326"/>
            </a:xfrm>
            <a:prstGeom prst="ellipse">
              <a:avLst/>
            </a:prstGeom>
            <a:solidFill>
              <a:srgbClr val="183D7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F208772-4226-1D45-271F-E93D0C3D0D7B}"/>
                </a:ext>
              </a:extLst>
            </p:cNvPr>
            <p:cNvSpPr/>
            <p:nvPr/>
          </p:nvSpPr>
          <p:spPr>
            <a:xfrm>
              <a:off x="2116629" y="1852716"/>
              <a:ext cx="2210400" cy="2209800"/>
            </a:xfrm>
            <a:prstGeom prst="ellipse">
              <a:avLst/>
            </a:prstGeom>
            <a:solidFill>
              <a:srgbClr val="183D7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" name="Circle: Hollow 5">
              <a:extLst>
                <a:ext uri="{FF2B5EF4-FFF2-40B4-BE49-F238E27FC236}">
                  <a16:creationId xmlns:a16="http://schemas.microsoft.com/office/drawing/2014/main" id="{077CFECC-EB2A-DE37-9D57-C983246C92C7}"/>
                </a:ext>
              </a:extLst>
            </p:cNvPr>
            <p:cNvSpPr/>
            <p:nvPr/>
          </p:nvSpPr>
          <p:spPr>
            <a:xfrm>
              <a:off x="2012154" y="1747941"/>
              <a:ext cx="2419350" cy="2419350"/>
            </a:xfrm>
            <a:prstGeom prst="donut">
              <a:avLst>
                <a:gd name="adj" fmla="val 15373"/>
              </a:avLst>
            </a:prstGeom>
            <a:solidFill>
              <a:srgbClr val="F8A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solidFill>
                  <a:schemeClr val="tx1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FBBAB7-9486-41E8-761B-E0BE38C95833}"/>
                </a:ext>
              </a:extLst>
            </p:cNvPr>
            <p:cNvSpPr/>
            <p:nvPr/>
          </p:nvSpPr>
          <p:spPr>
            <a:xfrm>
              <a:off x="784183" y="1757596"/>
              <a:ext cx="589236" cy="599610"/>
            </a:xfrm>
            <a:prstGeom prst="ellipse">
              <a:avLst/>
            </a:prstGeom>
            <a:solidFill>
              <a:srgbClr val="183D7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10BDA2B-D086-18C8-F025-A8CF418B3187}"/>
                </a:ext>
              </a:extLst>
            </p:cNvPr>
            <p:cNvSpPr/>
            <p:nvPr/>
          </p:nvSpPr>
          <p:spPr>
            <a:xfrm>
              <a:off x="1938498" y="883549"/>
              <a:ext cx="589236" cy="599610"/>
            </a:xfrm>
            <a:prstGeom prst="ellipse">
              <a:avLst/>
            </a:prstGeom>
            <a:solidFill>
              <a:srgbClr val="183D7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2DE8AE8-11D1-9584-6125-1F2CB7F1E057}"/>
                </a:ext>
              </a:extLst>
            </p:cNvPr>
            <p:cNvSpPr/>
            <p:nvPr/>
          </p:nvSpPr>
          <p:spPr>
            <a:xfrm>
              <a:off x="1168745" y="3867486"/>
              <a:ext cx="589236" cy="599610"/>
            </a:xfrm>
            <a:prstGeom prst="ellipse">
              <a:avLst/>
            </a:prstGeom>
            <a:solidFill>
              <a:srgbClr val="183D7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7ABBC9B-5602-ED43-BA7D-A0F586B80A14}"/>
                </a:ext>
              </a:extLst>
            </p:cNvPr>
            <p:cNvSpPr/>
            <p:nvPr/>
          </p:nvSpPr>
          <p:spPr>
            <a:xfrm>
              <a:off x="4426908" y="3447765"/>
              <a:ext cx="589236" cy="599610"/>
            </a:xfrm>
            <a:prstGeom prst="ellipse">
              <a:avLst/>
            </a:prstGeom>
            <a:solidFill>
              <a:srgbClr val="183D7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4013DC0-1F5B-A031-9EFB-210E6E12A695}"/>
                </a:ext>
              </a:extLst>
            </p:cNvPr>
            <p:cNvSpPr/>
            <p:nvPr/>
          </p:nvSpPr>
          <p:spPr>
            <a:xfrm>
              <a:off x="5125506" y="1483159"/>
              <a:ext cx="589236" cy="599610"/>
            </a:xfrm>
            <a:prstGeom prst="ellipse">
              <a:avLst/>
            </a:prstGeom>
            <a:solidFill>
              <a:srgbClr val="183D7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C1AC105-6256-5AEC-B25A-88164B21FB7C}"/>
                </a:ext>
              </a:extLst>
            </p:cNvPr>
            <p:cNvSpPr/>
            <p:nvPr/>
          </p:nvSpPr>
          <p:spPr>
            <a:xfrm>
              <a:off x="3157667" y="5030882"/>
              <a:ext cx="589236" cy="599610"/>
            </a:xfrm>
            <a:prstGeom prst="ellipse">
              <a:avLst/>
            </a:prstGeom>
            <a:solidFill>
              <a:srgbClr val="183D7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906B1D0-D49B-DD75-7468-50BFAF8D96EF}"/>
                </a:ext>
              </a:extLst>
            </p:cNvPr>
            <p:cNvCxnSpPr>
              <a:cxnSpLocks/>
            </p:cNvCxnSpPr>
            <p:nvPr/>
          </p:nvCxnSpPr>
          <p:spPr>
            <a:xfrm>
              <a:off x="1114454" y="2068737"/>
              <a:ext cx="2114520" cy="893538"/>
            </a:xfrm>
            <a:prstGeom prst="line">
              <a:avLst/>
            </a:prstGeom>
            <a:ln w="215900">
              <a:solidFill>
                <a:srgbClr val="183D7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655573E-BBE9-E857-1956-CBFB144C95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5698" y="2943898"/>
              <a:ext cx="1651969" cy="1180658"/>
            </a:xfrm>
            <a:prstGeom prst="line">
              <a:avLst/>
            </a:prstGeom>
            <a:ln w="215900">
              <a:solidFill>
                <a:srgbClr val="183D7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A58F272-07CC-0F7D-82A0-9C0BB859DA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28974" y="2973611"/>
              <a:ext cx="209485" cy="2301891"/>
            </a:xfrm>
            <a:prstGeom prst="line">
              <a:avLst/>
            </a:prstGeom>
            <a:ln w="215900">
              <a:solidFill>
                <a:srgbClr val="183D7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7F771DB-48C4-8AFF-19BF-F903FDDCE6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86176" y="2943898"/>
              <a:ext cx="1481138" cy="758841"/>
            </a:xfrm>
            <a:prstGeom prst="line">
              <a:avLst/>
            </a:prstGeom>
            <a:ln w="215900">
              <a:solidFill>
                <a:srgbClr val="183D7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360427E-72FF-7269-E61F-5D3065009F7A}"/>
                </a:ext>
              </a:extLst>
            </p:cNvPr>
            <p:cNvCxnSpPr>
              <a:cxnSpLocks/>
            </p:cNvCxnSpPr>
            <p:nvPr/>
          </p:nvCxnSpPr>
          <p:spPr>
            <a:xfrm>
              <a:off x="2229011" y="1175198"/>
              <a:ext cx="1147731" cy="1798413"/>
            </a:xfrm>
            <a:prstGeom prst="line">
              <a:avLst/>
            </a:prstGeom>
            <a:ln w="215900">
              <a:solidFill>
                <a:srgbClr val="183D7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371B171-2E2E-A604-4097-77A6B6A504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57483" y="1780502"/>
              <a:ext cx="2162641" cy="1237784"/>
            </a:xfrm>
            <a:prstGeom prst="line">
              <a:avLst/>
            </a:prstGeom>
            <a:ln w="215900">
              <a:solidFill>
                <a:srgbClr val="183D7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E90EA54-F728-158E-D1FD-5C4E0DA58FEB}"/>
              </a:ext>
            </a:extLst>
          </p:cNvPr>
          <p:cNvGrpSpPr/>
          <p:nvPr/>
        </p:nvGrpSpPr>
        <p:grpSpPr>
          <a:xfrm>
            <a:off x="6606181" y="1175198"/>
            <a:ext cx="4930559" cy="4746943"/>
            <a:chOff x="6606181" y="1175198"/>
            <a:chExt cx="4930559" cy="4746943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7CF9896A-1007-266C-BA9E-4D4257DD2A47}"/>
                </a:ext>
              </a:extLst>
            </p:cNvPr>
            <p:cNvSpPr/>
            <p:nvPr/>
          </p:nvSpPr>
          <p:spPr>
            <a:xfrm>
              <a:off x="7693798" y="1899602"/>
              <a:ext cx="2700059" cy="2699326"/>
            </a:xfrm>
            <a:prstGeom prst="ellipse">
              <a:avLst/>
            </a:prstGeom>
            <a:solidFill>
              <a:srgbClr val="F8A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FA0272B-AF7D-4C59-F6E9-40B509A9DEDE}"/>
                </a:ext>
              </a:extLst>
            </p:cNvPr>
            <p:cNvSpPr/>
            <p:nvPr/>
          </p:nvSpPr>
          <p:spPr>
            <a:xfrm>
              <a:off x="7938627" y="2144365"/>
              <a:ext cx="2210400" cy="2209800"/>
            </a:xfrm>
            <a:prstGeom prst="ellipse">
              <a:avLst/>
            </a:prstGeom>
            <a:solidFill>
              <a:srgbClr val="F8A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0" name="Circle: Hollow 19">
              <a:extLst>
                <a:ext uri="{FF2B5EF4-FFF2-40B4-BE49-F238E27FC236}">
                  <a16:creationId xmlns:a16="http://schemas.microsoft.com/office/drawing/2014/main" id="{15CA57C8-0D4D-E4EF-40A5-5EEA1269B72C}"/>
                </a:ext>
              </a:extLst>
            </p:cNvPr>
            <p:cNvSpPr/>
            <p:nvPr/>
          </p:nvSpPr>
          <p:spPr>
            <a:xfrm>
              <a:off x="7834152" y="2039590"/>
              <a:ext cx="2419350" cy="2419350"/>
            </a:xfrm>
            <a:prstGeom prst="donut">
              <a:avLst>
                <a:gd name="adj" fmla="val 15373"/>
              </a:avLst>
            </a:prstGeom>
            <a:solidFill>
              <a:srgbClr val="183D7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>
                <a:solidFill>
                  <a:schemeClr val="tx1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AC967B7-AFFF-5AF2-084C-EA893F3253D8}"/>
                </a:ext>
              </a:extLst>
            </p:cNvPr>
            <p:cNvSpPr/>
            <p:nvPr/>
          </p:nvSpPr>
          <p:spPr>
            <a:xfrm>
              <a:off x="6606181" y="2049245"/>
              <a:ext cx="589236" cy="599610"/>
            </a:xfrm>
            <a:prstGeom prst="ellipse">
              <a:avLst/>
            </a:prstGeom>
            <a:solidFill>
              <a:srgbClr val="F8A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07A849D-C962-DD2F-D3FC-64C0448F7F4D}"/>
                </a:ext>
              </a:extLst>
            </p:cNvPr>
            <p:cNvSpPr/>
            <p:nvPr/>
          </p:nvSpPr>
          <p:spPr>
            <a:xfrm>
              <a:off x="7760496" y="1175198"/>
              <a:ext cx="589236" cy="599610"/>
            </a:xfrm>
            <a:prstGeom prst="ellipse">
              <a:avLst/>
            </a:prstGeom>
            <a:solidFill>
              <a:srgbClr val="F8A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146E9A6-43F5-B48C-50AB-601FF2AFC197}"/>
                </a:ext>
              </a:extLst>
            </p:cNvPr>
            <p:cNvSpPr/>
            <p:nvPr/>
          </p:nvSpPr>
          <p:spPr>
            <a:xfrm>
              <a:off x="6990743" y="4159135"/>
              <a:ext cx="589236" cy="599610"/>
            </a:xfrm>
            <a:prstGeom prst="ellipse">
              <a:avLst/>
            </a:prstGeom>
            <a:solidFill>
              <a:srgbClr val="F8A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DF10EAD-A26E-F113-312A-8099EBF348D3}"/>
                </a:ext>
              </a:extLst>
            </p:cNvPr>
            <p:cNvSpPr/>
            <p:nvPr/>
          </p:nvSpPr>
          <p:spPr>
            <a:xfrm>
              <a:off x="10248906" y="3739414"/>
              <a:ext cx="589236" cy="599610"/>
            </a:xfrm>
            <a:prstGeom prst="ellipse">
              <a:avLst/>
            </a:prstGeom>
            <a:solidFill>
              <a:srgbClr val="F8A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396F3DF-E995-12A3-90BC-2B803EE44E8D}"/>
                </a:ext>
              </a:extLst>
            </p:cNvPr>
            <p:cNvSpPr/>
            <p:nvPr/>
          </p:nvSpPr>
          <p:spPr>
            <a:xfrm>
              <a:off x="10947504" y="1774808"/>
              <a:ext cx="589236" cy="599610"/>
            </a:xfrm>
            <a:prstGeom prst="ellipse">
              <a:avLst/>
            </a:prstGeom>
            <a:solidFill>
              <a:srgbClr val="F8A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6A9431E-55FF-C8AD-33A0-C565D5CCD982}"/>
                </a:ext>
              </a:extLst>
            </p:cNvPr>
            <p:cNvSpPr/>
            <p:nvPr/>
          </p:nvSpPr>
          <p:spPr>
            <a:xfrm>
              <a:off x="8979665" y="5322531"/>
              <a:ext cx="589236" cy="599610"/>
            </a:xfrm>
            <a:prstGeom prst="ellipse">
              <a:avLst/>
            </a:prstGeom>
            <a:solidFill>
              <a:srgbClr val="F8A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2245DCF-E7C7-AAC7-D656-B4BA51CF0B11}"/>
                </a:ext>
              </a:extLst>
            </p:cNvPr>
            <p:cNvCxnSpPr>
              <a:cxnSpLocks/>
            </p:cNvCxnSpPr>
            <p:nvPr/>
          </p:nvCxnSpPr>
          <p:spPr>
            <a:xfrm>
              <a:off x="6936452" y="2360386"/>
              <a:ext cx="2114520" cy="893538"/>
            </a:xfrm>
            <a:prstGeom prst="line">
              <a:avLst/>
            </a:prstGeom>
            <a:ln w="215900">
              <a:solidFill>
                <a:srgbClr val="F8AF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AA3F6E0-4979-CE4E-282C-E71B48CE38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7696" y="3235547"/>
              <a:ext cx="1651969" cy="1180658"/>
            </a:xfrm>
            <a:prstGeom prst="line">
              <a:avLst/>
            </a:prstGeom>
            <a:ln w="215900">
              <a:solidFill>
                <a:srgbClr val="F8AF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BE499A8-4EFB-DCFC-AB66-6542B475E1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50972" y="3265260"/>
              <a:ext cx="209485" cy="2301891"/>
            </a:xfrm>
            <a:prstGeom prst="line">
              <a:avLst/>
            </a:prstGeom>
            <a:ln w="215900">
              <a:solidFill>
                <a:srgbClr val="F8AF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72A1FEF-C297-17D6-221E-07D664EAC3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08174" y="3235547"/>
              <a:ext cx="1481138" cy="758841"/>
            </a:xfrm>
            <a:prstGeom prst="line">
              <a:avLst/>
            </a:prstGeom>
            <a:ln w="215900">
              <a:solidFill>
                <a:srgbClr val="F8AF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103669B-D2BF-D250-9758-CCCDA5033E26}"/>
                </a:ext>
              </a:extLst>
            </p:cNvPr>
            <p:cNvCxnSpPr>
              <a:cxnSpLocks/>
            </p:cNvCxnSpPr>
            <p:nvPr/>
          </p:nvCxnSpPr>
          <p:spPr>
            <a:xfrm>
              <a:off x="8051009" y="1466847"/>
              <a:ext cx="1147731" cy="1798413"/>
            </a:xfrm>
            <a:prstGeom prst="line">
              <a:avLst/>
            </a:prstGeom>
            <a:ln w="215900">
              <a:solidFill>
                <a:srgbClr val="F8AF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ED6467A-6479-0EE9-789C-A1B2959C7B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79481" y="2072151"/>
              <a:ext cx="2162641" cy="1237784"/>
            </a:xfrm>
            <a:prstGeom prst="line">
              <a:avLst/>
            </a:prstGeom>
            <a:ln w="215900">
              <a:solidFill>
                <a:srgbClr val="F8AF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4861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5353E-4B4E-2F0B-C0E6-40633D6ED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45DA787-0AE5-7967-9696-E3E02C966AFA}"/>
              </a:ext>
            </a:extLst>
          </p:cNvPr>
          <p:cNvGrpSpPr/>
          <p:nvPr/>
        </p:nvGrpSpPr>
        <p:grpSpPr>
          <a:xfrm>
            <a:off x="2008502" y="2046230"/>
            <a:ext cx="8174996" cy="2131200"/>
            <a:chOff x="2008502" y="2046230"/>
            <a:chExt cx="8174996" cy="21312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B10B089-4560-4F21-955E-99744FC7B23B}"/>
                </a:ext>
              </a:extLst>
            </p:cNvPr>
            <p:cNvGrpSpPr/>
            <p:nvPr/>
          </p:nvGrpSpPr>
          <p:grpSpPr>
            <a:xfrm>
              <a:off x="4291051" y="2367453"/>
              <a:ext cx="5892447" cy="1488754"/>
              <a:chOff x="3986251" y="2323338"/>
              <a:chExt cx="5892447" cy="1488754"/>
            </a:xfrm>
          </p:grpSpPr>
          <p:pic>
            <p:nvPicPr>
              <p:cNvPr id="9" name="Picture 8" descr="A blue text on a black background&#10;&#10;AI-generated content may be incorrect.">
                <a:extLst>
                  <a:ext uri="{FF2B5EF4-FFF2-40B4-BE49-F238E27FC236}">
                    <a16:creationId xmlns:a16="http://schemas.microsoft.com/office/drawing/2014/main" id="{1F0C8340-7E15-F022-05DF-1480086EDE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5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788" r="27217" b="35737"/>
              <a:stretch>
                <a:fillRect/>
              </a:stretch>
            </p:blipFill>
            <p:spPr>
              <a:xfrm>
                <a:off x="3986251" y="2323338"/>
                <a:ext cx="4243350" cy="1027089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38DC07-FBB3-2082-D916-4150A107BA11}"/>
                  </a:ext>
                </a:extLst>
              </p:cNvPr>
              <p:cNvSpPr txBox="1"/>
              <p:nvPr/>
            </p:nvSpPr>
            <p:spPr>
              <a:xfrm>
                <a:off x="3986251" y="3350427"/>
                <a:ext cx="58924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cap="small" spc="20" dirty="0">
                    <a:solidFill>
                      <a:srgbClr val="183D76"/>
                    </a:solidFill>
                    <a:latin typeface="Montserrat Black" pitchFamily="2" charset="0"/>
                    <a:cs typeface="Segoe UI" panose="020B0502040204020203" pitchFamily="34" charset="0"/>
                  </a:rPr>
                  <a:t>Semantic Interoperability Initiative</a:t>
                </a:r>
              </a:p>
            </p:txBody>
          </p:sp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897F611-4737-5CA5-BC4C-944C9C66D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08502" y="2046230"/>
              <a:ext cx="2213274" cy="2131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0344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C3134-D414-660B-C3FB-471F44656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7C65A9A-A5EF-AEC8-28E5-331B006D206D}"/>
              </a:ext>
            </a:extLst>
          </p:cNvPr>
          <p:cNvGrpSpPr/>
          <p:nvPr/>
        </p:nvGrpSpPr>
        <p:grpSpPr>
          <a:xfrm>
            <a:off x="2008503" y="2039941"/>
            <a:ext cx="8174995" cy="2131157"/>
            <a:chOff x="2008503" y="2039941"/>
            <a:chExt cx="8174995" cy="213115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15233BC-2AB0-C8D9-AE96-D09939C9593F}"/>
                </a:ext>
              </a:extLst>
            </p:cNvPr>
            <p:cNvGrpSpPr/>
            <p:nvPr/>
          </p:nvGrpSpPr>
          <p:grpSpPr>
            <a:xfrm>
              <a:off x="4291051" y="2361142"/>
              <a:ext cx="5892447" cy="1488754"/>
              <a:chOff x="3986251" y="2323338"/>
              <a:chExt cx="5892447" cy="1488754"/>
            </a:xfrm>
          </p:grpSpPr>
          <p:pic>
            <p:nvPicPr>
              <p:cNvPr id="9" name="Picture 8" descr="A blue text on a black background&#10;&#10;AI-generated content may be incorrect.">
                <a:extLst>
                  <a:ext uri="{FF2B5EF4-FFF2-40B4-BE49-F238E27FC236}">
                    <a16:creationId xmlns:a16="http://schemas.microsoft.com/office/drawing/2014/main" id="{655FE63D-D6E6-0DFB-4477-F733BA0E04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788" r="27217" b="35737"/>
              <a:stretch>
                <a:fillRect/>
              </a:stretch>
            </p:blipFill>
            <p:spPr>
              <a:xfrm>
                <a:off x="3986251" y="2323338"/>
                <a:ext cx="4243350" cy="1027089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B1EEEC3-A1B2-E4CF-AD7F-337BBE4CC678}"/>
                  </a:ext>
                </a:extLst>
              </p:cNvPr>
              <p:cNvSpPr txBox="1"/>
              <p:nvPr/>
            </p:nvSpPr>
            <p:spPr>
              <a:xfrm>
                <a:off x="3986251" y="3350427"/>
                <a:ext cx="58924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cap="small" spc="20" dirty="0">
                    <a:solidFill>
                      <a:srgbClr val="183D76"/>
                    </a:solidFill>
                    <a:latin typeface="Montserrat Black" pitchFamily="2" charset="0"/>
                    <a:cs typeface="Segoe UI" panose="020B0502040204020203" pitchFamily="34" charset="0"/>
                  </a:rPr>
                  <a:t>Semantic Interoperability Initiative</a:t>
                </a:r>
              </a:p>
            </p:txBody>
          </p:sp>
        </p:grp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B4C6621-4771-47E9-5185-A101FC21C8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8503" y="2039941"/>
              <a:ext cx="2198650" cy="21311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3390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BE2261F-EDDE-D423-A924-FF54EB8C4BC7}"/>
              </a:ext>
            </a:extLst>
          </p:cNvPr>
          <p:cNvGrpSpPr/>
          <p:nvPr/>
        </p:nvGrpSpPr>
        <p:grpSpPr>
          <a:xfrm>
            <a:off x="3539350" y="2051167"/>
            <a:ext cx="5186325" cy="1786992"/>
            <a:chOff x="3539350" y="2051167"/>
            <a:chExt cx="5186325" cy="1786992"/>
          </a:xfrm>
        </p:grpSpPr>
        <p:pic>
          <p:nvPicPr>
            <p:cNvPr id="4" name="Picture 3" descr="A 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4FB617BF-79F4-506A-405E-2F1DFDBD1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788" r="27217" b="35737"/>
            <a:stretch>
              <a:fillRect/>
            </a:stretch>
          </p:blipFill>
          <p:spPr>
            <a:xfrm>
              <a:off x="3539350" y="2051167"/>
              <a:ext cx="5186325" cy="1255333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55FF1E3-6B0A-3373-1740-95099746B0A3}"/>
                </a:ext>
              </a:extLst>
            </p:cNvPr>
            <p:cNvSpPr txBox="1"/>
            <p:nvPr/>
          </p:nvSpPr>
          <p:spPr>
            <a:xfrm>
              <a:off x="3667900" y="3230300"/>
              <a:ext cx="4949050" cy="60785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2000" cap="small" dirty="0">
                  <a:solidFill>
                    <a:srgbClr val="183D76"/>
                  </a:solidFill>
                  <a:latin typeface="Montserrat Black" pitchFamily="2" charset="0"/>
                  <a:cs typeface="Segoe UI" panose="020B0502040204020203" pitchFamily="34" charset="0"/>
                </a:rPr>
                <a:t>Semantic Interoperability Initiative</a:t>
              </a:r>
            </a:p>
            <a:p>
              <a:pPr algn="ctr">
                <a:spcBef>
                  <a:spcPts val="300"/>
                </a:spcBef>
              </a:pPr>
              <a:r>
                <a:rPr lang="en-US" sz="1100" b="1" dirty="0">
                  <a:solidFill>
                    <a:srgbClr val="183D76"/>
                  </a:solidFill>
                  <a:latin typeface="Atkinson Hyperlegible Mono Semi" panose="02000009000000000000" pitchFamily="49" charset="0"/>
                  <a:cs typeface="Segoe UI" panose="020B0502040204020203" pitchFamily="34" charset="0"/>
                </a:rPr>
                <a:t>https://w3id.org/health-ri/semantic-interoperability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1528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34</Words>
  <Application>Microsoft Office PowerPoint</Application>
  <PresentationFormat>Widescreen</PresentationFormat>
  <Paragraphs>14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Arial Nova Light</vt:lpstr>
      <vt:lpstr>Atkinson Hyperlegible Mono Semi</vt:lpstr>
      <vt:lpstr>Montserrat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Paulo Favato Barcelos</dc:creator>
  <cp:lastModifiedBy>Pedro Paulo Favato Barcelos</cp:lastModifiedBy>
  <cp:revision>42</cp:revision>
  <dcterms:created xsi:type="dcterms:W3CDTF">2025-09-19T15:29:20Z</dcterms:created>
  <dcterms:modified xsi:type="dcterms:W3CDTF">2025-09-24T13:21:10Z</dcterms:modified>
</cp:coreProperties>
</file>