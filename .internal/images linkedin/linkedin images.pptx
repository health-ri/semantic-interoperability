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3D76"/>
    <a:srgbClr val="F8AF00"/>
    <a:srgbClr val="ED9B00"/>
    <a:srgbClr val="32577A"/>
    <a:srgbClr val="00D200"/>
    <a:srgbClr val="00FF00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852" y="108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D3E346-AFC1-4334-B78D-CC44C25EBE0A}" type="doc">
      <dgm:prSet loTypeId="urn:microsoft.com/office/officeart/2005/8/layout/venn1" loCatId="relationship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NL"/>
        </a:p>
      </dgm:t>
    </dgm:pt>
    <dgm:pt modelId="{5F3438DB-5C97-4A23-9C8B-87B43C8C3604}">
      <dgm:prSet phldrT="[Text]" phldr="0"/>
      <dgm:spPr/>
      <dgm:t>
        <a:bodyPr/>
        <a:lstStyle/>
        <a:p>
          <a:endParaRPr lang="en-NL" dirty="0"/>
        </a:p>
      </dgm:t>
    </dgm:pt>
    <dgm:pt modelId="{086A9B0C-A42E-49B9-8E60-C1F14648A283}" type="parTrans" cxnId="{CF9CC608-0D08-4A56-B869-8F81B56E1AEE}">
      <dgm:prSet/>
      <dgm:spPr/>
      <dgm:t>
        <a:bodyPr/>
        <a:lstStyle/>
        <a:p>
          <a:endParaRPr lang="en-NL"/>
        </a:p>
      </dgm:t>
    </dgm:pt>
    <dgm:pt modelId="{00447112-9D8D-4F79-B8DC-3B4C0AAC1307}" type="sibTrans" cxnId="{CF9CC608-0D08-4A56-B869-8F81B56E1AEE}">
      <dgm:prSet/>
      <dgm:spPr/>
      <dgm:t>
        <a:bodyPr/>
        <a:lstStyle/>
        <a:p>
          <a:endParaRPr lang="en-NL"/>
        </a:p>
      </dgm:t>
    </dgm:pt>
    <dgm:pt modelId="{1D40E9A6-6DD0-4658-8B60-C70F8A229511}">
      <dgm:prSet phldrT="[Text]" phldr="0"/>
      <dgm:spPr/>
      <dgm:t>
        <a:bodyPr/>
        <a:lstStyle/>
        <a:p>
          <a:endParaRPr lang="en-NL" dirty="0"/>
        </a:p>
      </dgm:t>
    </dgm:pt>
    <dgm:pt modelId="{DEDAFE3B-3053-44B1-82B7-6E731D6D14E8}" type="parTrans" cxnId="{2EE1C962-4921-41F6-BA2E-207CB7C5060E}">
      <dgm:prSet/>
      <dgm:spPr/>
      <dgm:t>
        <a:bodyPr/>
        <a:lstStyle/>
        <a:p>
          <a:endParaRPr lang="en-NL"/>
        </a:p>
      </dgm:t>
    </dgm:pt>
    <dgm:pt modelId="{FFF849DF-7888-4716-8D9C-A151125119F2}" type="sibTrans" cxnId="{2EE1C962-4921-41F6-BA2E-207CB7C5060E}">
      <dgm:prSet/>
      <dgm:spPr/>
      <dgm:t>
        <a:bodyPr/>
        <a:lstStyle/>
        <a:p>
          <a:endParaRPr lang="en-NL"/>
        </a:p>
      </dgm:t>
    </dgm:pt>
    <dgm:pt modelId="{8AD35E39-C511-4CAB-AD43-2EE9F1BC1056}">
      <dgm:prSet phldrT="[Text]" phldr="0"/>
      <dgm:spPr>
        <a:solidFill>
          <a:srgbClr val="4E95D9">
            <a:alpha val="50196"/>
          </a:srgbClr>
        </a:solidFill>
      </dgm:spPr>
      <dgm:t>
        <a:bodyPr/>
        <a:lstStyle/>
        <a:p>
          <a:endParaRPr lang="en-NL" dirty="0"/>
        </a:p>
      </dgm:t>
    </dgm:pt>
    <dgm:pt modelId="{56DC1BA7-106A-43BD-BCA3-085D679DD3E5}" type="parTrans" cxnId="{E4147589-1B55-44B9-AA2B-2A24840995D9}">
      <dgm:prSet/>
      <dgm:spPr/>
      <dgm:t>
        <a:bodyPr/>
        <a:lstStyle/>
        <a:p>
          <a:endParaRPr lang="en-NL"/>
        </a:p>
      </dgm:t>
    </dgm:pt>
    <dgm:pt modelId="{653AF576-0D7B-4352-8199-191873B23421}" type="sibTrans" cxnId="{E4147589-1B55-44B9-AA2B-2A24840995D9}">
      <dgm:prSet/>
      <dgm:spPr/>
      <dgm:t>
        <a:bodyPr/>
        <a:lstStyle/>
        <a:p>
          <a:endParaRPr lang="en-NL"/>
        </a:p>
      </dgm:t>
    </dgm:pt>
    <dgm:pt modelId="{ACC175E8-4D04-4A37-83E7-2231E79AD37F}" type="pres">
      <dgm:prSet presAssocID="{0CD3E346-AFC1-4334-B78D-CC44C25EBE0A}" presName="compositeShape" presStyleCnt="0">
        <dgm:presLayoutVars>
          <dgm:chMax val="7"/>
          <dgm:dir/>
          <dgm:resizeHandles val="exact"/>
        </dgm:presLayoutVars>
      </dgm:prSet>
      <dgm:spPr/>
    </dgm:pt>
    <dgm:pt modelId="{53D8A3D0-D002-425A-88A0-036FA4B5C95D}" type="pres">
      <dgm:prSet presAssocID="{5F3438DB-5C97-4A23-9C8B-87B43C8C3604}" presName="circ1" presStyleLbl="vennNode1" presStyleIdx="0" presStyleCnt="3"/>
      <dgm:spPr/>
    </dgm:pt>
    <dgm:pt modelId="{40E80AD5-C11E-424D-A7E2-9D0A5071B697}" type="pres">
      <dgm:prSet presAssocID="{5F3438DB-5C97-4A23-9C8B-87B43C8C3604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C72952-7353-4FFD-AAB0-43025F379376}" type="pres">
      <dgm:prSet presAssocID="{1D40E9A6-6DD0-4658-8B60-C70F8A229511}" presName="circ2" presStyleLbl="vennNode1" presStyleIdx="1" presStyleCnt="3" custLinFactNeighborX="-4" custLinFactNeighborY="347"/>
      <dgm:spPr/>
    </dgm:pt>
    <dgm:pt modelId="{026AD22F-8610-4F9B-8EF5-06576B42982F}" type="pres">
      <dgm:prSet presAssocID="{1D40E9A6-6DD0-4658-8B60-C70F8A229511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DE718A3-EDC4-41B3-AD0E-7103D104AC06}" type="pres">
      <dgm:prSet presAssocID="{8AD35E39-C511-4CAB-AD43-2EE9F1BC1056}" presName="circ3" presStyleLbl="vennNode1" presStyleIdx="2" presStyleCnt="3"/>
      <dgm:spPr/>
    </dgm:pt>
    <dgm:pt modelId="{5A4855C7-FDB9-454A-B040-2E17CD62EFC7}" type="pres">
      <dgm:prSet presAssocID="{8AD35E39-C511-4CAB-AD43-2EE9F1BC1056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20AABE01-C476-464D-A0E1-C429C5788BD9}" type="presOf" srcId="{5F3438DB-5C97-4A23-9C8B-87B43C8C3604}" destId="{53D8A3D0-D002-425A-88A0-036FA4B5C95D}" srcOrd="1" destOrd="0" presId="urn:microsoft.com/office/officeart/2005/8/layout/venn1"/>
    <dgm:cxn modelId="{CF9CC608-0D08-4A56-B869-8F81B56E1AEE}" srcId="{0CD3E346-AFC1-4334-B78D-CC44C25EBE0A}" destId="{5F3438DB-5C97-4A23-9C8B-87B43C8C3604}" srcOrd="0" destOrd="0" parTransId="{086A9B0C-A42E-49B9-8E60-C1F14648A283}" sibTransId="{00447112-9D8D-4F79-B8DC-3B4C0AAC1307}"/>
    <dgm:cxn modelId="{1F10152E-D4B3-4D34-98CA-54799196ABEB}" type="presOf" srcId="{1D40E9A6-6DD0-4658-8B60-C70F8A229511}" destId="{2AC72952-7353-4FFD-AAB0-43025F379376}" srcOrd="1" destOrd="0" presId="urn:microsoft.com/office/officeart/2005/8/layout/venn1"/>
    <dgm:cxn modelId="{7CDC0134-FA18-4960-B0B5-157E7912C940}" type="presOf" srcId="{0CD3E346-AFC1-4334-B78D-CC44C25EBE0A}" destId="{ACC175E8-4D04-4A37-83E7-2231E79AD37F}" srcOrd="0" destOrd="0" presId="urn:microsoft.com/office/officeart/2005/8/layout/venn1"/>
    <dgm:cxn modelId="{B93D9D3D-D943-4762-8FE7-9499F7C6ADE1}" type="presOf" srcId="{8AD35E39-C511-4CAB-AD43-2EE9F1BC1056}" destId="{6DE718A3-EDC4-41B3-AD0E-7103D104AC06}" srcOrd="1" destOrd="0" presId="urn:microsoft.com/office/officeart/2005/8/layout/venn1"/>
    <dgm:cxn modelId="{9EB0A15D-DB61-402C-A2A3-41B36A3224E8}" type="presOf" srcId="{5F3438DB-5C97-4A23-9C8B-87B43C8C3604}" destId="{40E80AD5-C11E-424D-A7E2-9D0A5071B697}" srcOrd="0" destOrd="0" presId="urn:microsoft.com/office/officeart/2005/8/layout/venn1"/>
    <dgm:cxn modelId="{2EE1C962-4921-41F6-BA2E-207CB7C5060E}" srcId="{0CD3E346-AFC1-4334-B78D-CC44C25EBE0A}" destId="{1D40E9A6-6DD0-4658-8B60-C70F8A229511}" srcOrd="1" destOrd="0" parTransId="{DEDAFE3B-3053-44B1-82B7-6E731D6D14E8}" sibTransId="{FFF849DF-7888-4716-8D9C-A151125119F2}"/>
    <dgm:cxn modelId="{E4147589-1B55-44B9-AA2B-2A24840995D9}" srcId="{0CD3E346-AFC1-4334-B78D-CC44C25EBE0A}" destId="{8AD35E39-C511-4CAB-AD43-2EE9F1BC1056}" srcOrd="2" destOrd="0" parTransId="{56DC1BA7-106A-43BD-BCA3-085D679DD3E5}" sibTransId="{653AF576-0D7B-4352-8199-191873B23421}"/>
    <dgm:cxn modelId="{324DA6AF-BFD2-42EB-9555-DEFCB2CC9DD9}" type="presOf" srcId="{1D40E9A6-6DD0-4658-8B60-C70F8A229511}" destId="{026AD22F-8610-4F9B-8EF5-06576B42982F}" srcOrd="0" destOrd="0" presId="urn:microsoft.com/office/officeart/2005/8/layout/venn1"/>
    <dgm:cxn modelId="{0EA8D3C4-9418-4667-81A1-491D987F8913}" type="presOf" srcId="{8AD35E39-C511-4CAB-AD43-2EE9F1BC1056}" destId="{5A4855C7-FDB9-454A-B040-2E17CD62EFC7}" srcOrd="0" destOrd="0" presId="urn:microsoft.com/office/officeart/2005/8/layout/venn1"/>
    <dgm:cxn modelId="{0EF7505C-9EEF-4246-99A3-B8637C82CF90}" type="presParOf" srcId="{ACC175E8-4D04-4A37-83E7-2231E79AD37F}" destId="{53D8A3D0-D002-425A-88A0-036FA4B5C95D}" srcOrd="0" destOrd="0" presId="urn:microsoft.com/office/officeart/2005/8/layout/venn1"/>
    <dgm:cxn modelId="{A31A5260-D244-4E0C-96C9-016A956C3E98}" type="presParOf" srcId="{ACC175E8-4D04-4A37-83E7-2231E79AD37F}" destId="{40E80AD5-C11E-424D-A7E2-9D0A5071B697}" srcOrd="1" destOrd="0" presId="urn:microsoft.com/office/officeart/2005/8/layout/venn1"/>
    <dgm:cxn modelId="{FA8ECD65-4B20-4B9C-A73B-C7A49DB659D5}" type="presParOf" srcId="{ACC175E8-4D04-4A37-83E7-2231E79AD37F}" destId="{2AC72952-7353-4FFD-AAB0-43025F379376}" srcOrd="2" destOrd="0" presId="urn:microsoft.com/office/officeart/2005/8/layout/venn1"/>
    <dgm:cxn modelId="{D5FB30E6-A2DD-4F51-A8BE-9789CFB03D09}" type="presParOf" srcId="{ACC175E8-4D04-4A37-83E7-2231E79AD37F}" destId="{026AD22F-8610-4F9B-8EF5-06576B42982F}" srcOrd="3" destOrd="0" presId="urn:microsoft.com/office/officeart/2005/8/layout/venn1"/>
    <dgm:cxn modelId="{CA570E61-BC07-4109-B25F-B73E7BF9015C}" type="presParOf" srcId="{ACC175E8-4D04-4A37-83E7-2231E79AD37F}" destId="{6DE718A3-EDC4-41B3-AD0E-7103D104AC06}" srcOrd="4" destOrd="0" presId="urn:microsoft.com/office/officeart/2005/8/layout/venn1"/>
    <dgm:cxn modelId="{DBB1FCC4-5B67-478F-875F-04D267B312F6}" type="presParOf" srcId="{ACC175E8-4D04-4A37-83E7-2231E79AD37F}" destId="{5A4855C7-FDB9-454A-B040-2E17CD62EFC7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3823FC-81D5-4CF4-A03B-E84CA3DF2D03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NL"/>
        </a:p>
      </dgm:t>
    </dgm:pt>
    <dgm:pt modelId="{0643F7FE-9B36-4FBE-96A0-FD1613C3B421}">
      <dgm:prSet phldrT="[Text]" phldr="0"/>
      <dgm:spPr/>
      <dgm:t>
        <a:bodyPr/>
        <a:lstStyle/>
        <a:p>
          <a:r>
            <a:rPr lang="en-US" dirty="0"/>
            <a:t>FHIR</a:t>
          </a:r>
          <a:endParaRPr lang="en-NL" dirty="0"/>
        </a:p>
      </dgm:t>
    </dgm:pt>
    <dgm:pt modelId="{773D5790-80B6-48AE-A140-9B537FA3EB9E}" type="parTrans" cxnId="{18A22D00-2D18-4CD6-B574-3489971FDA7C}">
      <dgm:prSet/>
      <dgm:spPr/>
      <dgm:t>
        <a:bodyPr/>
        <a:lstStyle/>
        <a:p>
          <a:endParaRPr lang="en-NL"/>
        </a:p>
      </dgm:t>
    </dgm:pt>
    <dgm:pt modelId="{2D2483AE-5498-4555-82A4-96117EAF8484}" type="sibTrans" cxnId="{18A22D00-2D18-4CD6-B574-3489971FDA7C}">
      <dgm:prSet/>
      <dgm:spPr/>
      <dgm:t>
        <a:bodyPr/>
        <a:lstStyle/>
        <a:p>
          <a:endParaRPr lang="en-NL"/>
        </a:p>
      </dgm:t>
    </dgm:pt>
    <dgm:pt modelId="{B1C4C434-6F91-4AFA-B01C-9575BBCB91F3}">
      <dgm:prSet phldrT="[Text]" phldr="0"/>
      <dgm:spPr/>
      <dgm:t>
        <a:bodyPr/>
        <a:lstStyle/>
        <a:p>
          <a:r>
            <a:rPr lang="en-US" dirty="0"/>
            <a:t>FHIR + OMOP</a:t>
          </a:r>
          <a:endParaRPr lang="en-NL" dirty="0"/>
        </a:p>
      </dgm:t>
    </dgm:pt>
    <dgm:pt modelId="{8E836D85-F63E-4A03-A9FC-013105D476A5}" type="parTrans" cxnId="{FC8B9C94-A3F3-4A7F-BB2A-23ADA2FD0568}">
      <dgm:prSet/>
      <dgm:spPr/>
      <dgm:t>
        <a:bodyPr/>
        <a:lstStyle/>
        <a:p>
          <a:endParaRPr lang="en-NL"/>
        </a:p>
      </dgm:t>
    </dgm:pt>
    <dgm:pt modelId="{FF31EC80-910A-4B56-A85A-98E8E8616060}" type="sibTrans" cxnId="{FC8B9C94-A3F3-4A7F-BB2A-23ADA2FD0568}">
      <dgm:prSet/>
      <dgm:spPr/>
      <dgm:t>
        <a:bodyPr/>
        <a:lstStyle/>
        <a:p>
          <a:endParaRPr lang="en-NL"/>
        </a:p>
      </dgm:t>
    </dgm:pt>
    <dgm:pt modelId="{EBF5550E-9C31-408E-AF61-5E0FDE514781}">
      <dgm:prSet phldrT="[Text]" phldr="0"/>
      <dgm:spPr/>
      <dgm:t>
        <a:bodyPr/>
        <a:lstStyle/>
        <a:p>
          <a:r>
            <a:rPr lang="en-US" dirty="0"/>
            <a:t>FHIR + OMOP + </a:t>
          </a:r>
          <a:r>
            <a:rPr lang="en-US" dirty="0" err="1"/>
            <a:t>openEHR</a:t>
          </a:r>
          <a:endParaRPr lang="en-NL" dirty="0"/>
        </a:p>
      </dgm:t>
    </dgm:pt>
    <dgm:pt modelId="{FC1F33F1-7A04-4A52-87AF-70CD7E549ED2}" type="parTrans" cxnId="{87229835-F474-4CF8-B240-928CBAC66853}">
      <dgm:prSet/>
      <dgm:spPr/>
      <dgm:t>
        <a:bodyPr/>
        <a:lstStyle/>
        <a:p>
          <a:endParaRPr lang="en-NL"/>
        </a:p>
      </dgm:t>
    </dgm:pt>
    <dgm:pt modelId="{8E02FC58-E23C-4A85-9567-A0A5A9B5690B}" type="sibTrans" cxnId="{87229835-F474-4CF8-B240-928CBAC66853}">
      <dgm:prSet/>
      <dgm:spPr/>
      <dgm:t>
        <a:bodyPr/>
        <a:lstStyle/>
        <a:p>
          <a:endParaRPr lang="en-NL"/>
        </a:p>
      </dgm:t>
    </dgm:pt>
    <dgm:pt modelId="{FDC22B3D-494E-4374-900E-1036FFCA045C}">
      <dgm:prSet phldrT="[Text]" phldr="0"/>
      <dgm:spPr/>
      <dgm:t>
        <a:bodyPr/>
        <a:lstStyle/>
        <a:p>
          <a:r>
            <a:rPr lang="en-US" dirty="0"/>
            <a:t>FHIR + OMOP + </a:t>
          </a:r>
          <a:r>
            <a:rPr lang="en-US" dirty="0" err="1"/>
            <a:t>openEHR</a:t>
          </a:r>
          <a:r>
            <a:rPr lang="en-US" dirty="0"/>
            <a:t> + local schemas</a:t>
          </a:r>
          <a:endParaRPr lang="en-NL" dirty="0"/>
        </a:p>
      </dgm:t>
    </dgm:pt>
    <dgm:pt modelId="{986C1EDD-4B4C-49CF-81E3-1875B39080F1}" type="parTrans" cxnId="{FDA2B9D1-EF1F-43D7-92D8-37200111E106}">
      <dgm:prSet/>
      <dgm:spPr/>
      <dgm:t>
        <a:bodyPr/>
        <a:lstStyle/>
        <a:p>
          <a:endParaRPr lang="en-NL"/>
        </a:p>
      </dgm:t>
    </dgm:pt>
    <dgm:pt modelId="{8652A9F0-D118-482F-8E78-63917C30893E}" type="sibTrans" cxnId="{FDA2B9D1-EF1F-43D7-92D8-37200111E106}">
      <dgm:prSet/>
      <dgm:spPr/>
      <dgm:t>
        <a:bodyPr/>
        <a:lstStyle/>
        <a:p>
          <a:endParaRPr lang="en-NL"/>
        </a:p>
      </dgm:t>
    </dgm:pt>
    <dgm:pt modelId="{2F0CF217-533C-40C7-9FFD-2DEB33DB5049}">
      <dgm:prSet phldrT="[Text]" phldr="0"/>
      <dgm:spPr/>
      <dgm:t>
        <a:bodyPr/>
        <a:lstStyle/>
        <a:p>
          <a:r>
            <a:rPr lang="en-US" dirty="0"/>
            <a:t>FHIR + OMOP + </a:t>
          </a:r>
          <a:r>
            <a:rPr lang="en-US" dirty="0" err="1"/>
            <a:t>openEHR</a:t>
          </a:r>
          <a:r>
            <a:rPr lang="en-US" dirty="0"/>
            <a:t> + local schemas + …</a:t>
          </a:r>
          <a:endParaRPr lang="en-NL" dirty="0"/>
        </a:p>
      </dgm:t>
    </dgm:pt>
    <dgm:pt modelId="{10C1E846-6A87-482F-AD21-EACC7381AC9E}" type="parTrans" cxnId="{11B582D9-F54A-4DD6-96D7-0B870186245D}">
      <dgm:prSet/>
      <dgm:spPr/>
      <dgm:t>
        <a:bodyPr/>
        <a:lstStyle/>
        <a:p>
          <a:endParaRPr lang="en-NL"/>
        </a:p>
      </dgm:t>
    </dgm:pt>
    <dgm:pt modelId="{255F21B6-CE32-40BD-ADCB-10FD2D34DA2F}" type="sibTrans" cxnId="{11B582D9-F54A-4DD6-96D7-0B870186245D}">
      <dgm:prSet/>
      <dgm:spPr/>
      <dgm:t>
        <a:bodyPr/>
        <a:lstStyle/>
        <a:p>
          <a:endParaRPr lang="en-NL"/>
        </a:p>
      </dgm:t>
    </dgm:pt>
    <dgm:pt modelId="{BB85F996-7B6D-41FB-9C71-65C88FE5C6AC}" type="pres">
      <dgm:prSet presAssocID="{763823FC-81D5-4CF4-A03B-E84CA3DF2D03}" presName="CompostProcess" presStyleCnt="0">
        <dgm:presLayoutVars>
          <dgm:dir/>
          <dgm:resizeHandles val="exact"/>
        </dgm:presLayoutVars>
      </dgm:prSet>
      <dgm:spPr/>
    </dgm:pt>
    <dgm:pt modelId="{D154CF1B-1283-42B8-A17C-EDC4B2448DFA}" type="pres">
      <dgm:prSet presAssocID="{763823FC-81D5-4CF4-A03B-E84CA3DF2D03}" presName="arrow" presStyleLbl="bgShp" presStyleIdx="0" presStyleCnt="1"/>
      <dgm:spPr/>
    </dgm:pt>
    <dgm:pt modelId="{8DE220A4-ECB9-4638-A350-5A9C43CEE903}" type="pres">
      <dgm:prSet presAssocID="{763823FC-81D5-4CF4-A03B-E84CA3DF2D03}" presName="linearProcess" presStyleCnt="0"/>
      <dgm:spPr/>
    </dgm:pt>
    <dgm:pt modelId="{384BDA3A-35F2-47E8-A9FA-EE24347A36C4}" type="pres">
      <dgm:prSet presAssocID="{0643F7FE-9B36-4FBE-96A0-FD1613C3B421}" presName="textNode" presStyleLbl="node1" presStyleIdx="0" presStyleCnt="5">
        <dgm:presLayoutVars>
          <dgm:bulletEnabled val="1"/>
        </dgm:presLayoutVars>
      </dgm:prSet>
      <dgm:spPr/>
    </dgm:pt>
    <dgm:pt modelId="{94F0B619-7528-4FE7-89AC-07E3BDC74097}" type="pres">
      <dgm:prSet presAssocID="{2D2483AE-5498-4555-82A4-96117EAF8484}" presName="sibTrans" presStyleCnt="0"/>
      <dgm:spPr/>
    </dgm:pt>
    <dgm:pt modelId="{A4458A5A-0DDD-4EC7-A29A-389269D2054D}" type="pres">
      <dgm:prSet presAssocID="{B1C4C434-6F91-4AFA-B01C-9575BBCB91F3}" presName="textNode" presStyleLbl="node1" presStyleIdx="1" presStyleCnt="5">
        <dgm:presLayoutVars>
          <dgm:bulletEnabled val="1"/>
        </dgm:presLayoutVars>
      </dgm:prSet>
      <dgm:spPr/>
    </dgm:pt>
    <dgm:pt modelId="{2BED4FE7-DF38-4260-AB13-81DDB2CC8DE3}" type="pres">
      <dgm:prSet presAssocID="{FF31EC80-910A-4B56-A85A-98E8E8616060}" presName="sibTrans" presStyleCnt="0"/>
      <dgm:spPr/>
    </dgm:pt>
    <dgm:pt modelId="{754666E1-4B61-4A77-8834-901ADCC5CEE4}" type="pres">
      <dgm:prSet presAssocID="{EBF5550E-9C31-408E-AF61-5E0FDE514781}" presName="textNode" presStyleLbl="node1" presStyleIdx="2" presStyleCnt="5">
        <dgm:presLayoutVars>
          <dgm:bulletEnabled val="1"/>
        </dgm:presLayoutVars>
      </dgm:prSet>
      <dgm:spPr/>
    </dgm:pt>
    <dgm:pt modelId="{7F9F800D-16D3-4883-A257-C8F195A7C779}" type="pres">
      <dgm:prSet presAssocID="{8E02FC58-E23C-4A85-9567-A0A5A9B5690B}" presName="sibTrans" presStyleCnt="0"/>
      <dgm:spPr/>
    </dgm:pt>
    <dgm:pt modelId="{F0078C00-C829-4227-9547-718A4E293FE8}" type="pres">
      <dgm:prSet presAssocID="{FDC22B3D-494E-4374-900E-1036FFCA045C}" presName="textNode" presStyleLbl="node1" presStyleIdx="3" presStyleCnt="5">
        <dgm:presLayoutVars>
          <dgm:bulletEnabled val="1"/>
        </dgm:presLayoutVars>
      </dgm:prSet>
      <dgm:spPr/>
    </dgm:pt>
    <dgm:pt modelId="{7C9F6013-E8C4-4634-903C-82A8F9CED049}" type="pres">
      <dgm:prSet presAssocID="{8652A9F0-D118-482F-8E78-63917C30893E}" presName="sibTrans" presStyleCnt="0"/>
      <dgm:spPr/>
    </dgm:pt>
    <dgm:pt modelId="{2EBBE0FF-232D-4B7F-88D2-1E47A723A2F5}" type="pres">
      <dgm:prSet presAssocID="{2F0CF217-533C-40C7-9FFD-2DEB33DB5049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18A22D00-2D18-4CD6-B574-3489971FDA7C}" srcId="{763823FC-81D5-4CF4-A03B-E84CA3DF2D03}" destId="{0643F7FE-9B36-4FBE-96A0-FD1613C3B421}" srcOrd="0" destOrd="0" parTransId="{773D5790-80B6-48AE-A140-9B537FA3EB9E}" sibTransId="{2D2483AE-5498-4555-82A4-96117EAF8484}"/>
    <dgm:cxn modelId="{87229835-F474-4CF8-B240-928CBAC66853}" srcId="{763823FC-81D5-4CF4-A03B-E84CA3DF2D03}" destId="{EBF5550E-9C31-408E-AF61-5E0FDE514781}" srcOrd="2" destOrd="0" parTransId="{FC1F33F1-7A04-4A52-87AF-70CD7E549ED2}" sibTransId="{8E02FC58-E23C-4A85-9567-A0A5A9B5690B}"/>
    <dgm:cxn modelId="{BCA95159-F954-4385-B575-6EDFFD07FC82}" type="presOf" srcId="{0643F7FE-9B36-4FBE-96A0-FD1613C3B421}" destId="{384BDA3A-35F2-47E8-A9FA-EE24347A36C4}" srcOrd="0" destOrd="0" presId="urn:microsoft.com/office/officeart/2005/8/layout/hProcess9"/>
    <dgm:cxn modelId="{4DB87E79-F4A8-4323-A625-F1B9A0D26783}" type="presOf" srcId="{763823FC-81D5-4CF4-A03B-E84CA3DF2D03}" destId="{BB85F996-7B6D-41FB-9C71-65C88FE5C6AC}" srcOrd="0" destOrd="0" presId="urn:microsoft.com/office/officeart/2005/8/layout/hProcess9"/>
    <dgm:cxn modelId="{E79A8E92-869B-4517-BC08-FC13066FF2F2}" type="presOf" srcId="{EBF5550E-9C31-408E-AF61-5E0FDE514781}" destId="{754666E1-4B61-4A77-8834-901ADCC5CEE4}" srcOrd="0" destOrd="0" presId="urn:microsoft.com/office/officeart/2005/8/layout/hProcess9"/>
    <dgm:cxn modelId="{FC8B9C94-A3F3-4A7F-BB2A-23ADA2FD0568}" srcId="{763823FC-81D5-4CF4-A03B-E84CA3DF2D03}" destId="{B1C4C434-6F91-4AFA-B01C-9575BBCB91F3}" srcOrd="1" destOrd="0" parTransId="{8E836D85-F63E-4A03-A9FC-013105D476A5}" sibTransId="{FF31EC80-910A-4B56-A85A-98E8E8616060}"/>
    <dgm:cxn modelId="{12105DC8-B206-45F2-B09F-DB085688E1DA}" type="presOf" srcId="{FDC22B3D-494E-4374-900E-1036FFCA045C}" destId="{F0078C00-C829-4227-9547-718A4E293FE8}" srcOrd="0" destOrd="0" presId="urn:microsoft.com/office/officeart/2005/8/layout/hProcess9"/>
    <dgm:cxn modelId="{FDA2B9D1-EF1F-43D7-92D8-37200111E106}" srcId="{763823FC-81D5-4CF4-A03B-E84CA3DF2D03}" destId="{FDC22B3D-494E-4374-900E-1036FFCA045C}" srcOrd="3" destOrd="0" parTransId="{986C1EDD-4B4C-49CF-81E3-1875B39080F1}" sibTransId="{8652A9F0-D118-482F-8E78-63917C30893E}"/>
    <dgm:cxn modelId="{11B582D9-F54A-4DD6-96D7-0B870186245D}" srcId="{763823FC-81D5-4CF4-A03B-E84CA3DF2D03}" destId="{2F0CF217-533C-40C7-9FFD-2DEB33DB5049}" srcOrd="4" destOrd="0" parTransId="{10C1E846-6A87-482F-AD21-EACC7381AC9E}" sibTransId="{255F21B6-CE32-40BD-ADCB-10FD2D34DA2F}"/>
    <dgm:cxn modelId="{137D16EF-78CF-453F-AEA4-B78FB5542E87}" type="presOf" srcId="{2F0CF217-533C-40C7-9FFD-2DEB33DB5049}" destId="{2EBBE0FF-232D-4B7F-88D2-1E47A723A2F5}" srcOrd="0" destOrd="0" presId="urn:microsoft.com/office/officeart/2005/8/layout/hProcess9"/>
    <dgm:cxn modelId="{15FD84F7-5800-4244-9502-40A7B4C12F62}" type="presOf" srcId="{B1C4C434-6F91-4AFA-B01C-9575BBCB91F3}" destId="{A4458A5A-0DDD-4EC7-A29A-389269D2054D}" srcOrd="0" destOrd="0" presId="urn:microsoft.com/office/officeart/2005/8/layout/hProcess9"/>
    <dgm:cxn modelId="{CFAA5FE5-CD65-43A4-B76D-EE815271F217}" type="presParOf" srcId="{BB85F996-7B6D-41FB-9C71-65C88FE5C6AC}" destId="{D154CF1B-1283-42B8-A17C-EDC4B2448DFA}" srcOrd="0" destOrd="0" presId="urn:microsoft.com/office/officeart/2005/8/layout/hProcess9"/>
    <dgm:cxn modelId="{CF77E3D1-08CD-4F82-8249-4279C95E9589}" type="presParOf" srcId="{BB85F996-7B6D-41FB-9C71-65C88FE5C6AC}" destId="{8DE220A4-ECB9-4638-A350-5A9C43CEE903}" srcOrd="1" destOrd="0" presId="urn:microsoft.com/office/officeart/2005/8/layout/hProcess9"/>
    <dgm:cxn modelId="{A73D8DC4-9DB5-4E2B-9F47-1CA1CF96452B}" type="presParOf" srcId="{8DE220A4-ECB9-4638-A350-5A9C43CEE903}" destId="{384BDA3A-35F2-47E8-A9FA-EE24347A36C4}" srcOrd="0" destOrd="0" presId="urn:microsoft.com/office/officeart/2005/8/layout/hProcess9"/>
    <dgm:cxn modelId="{521B8AF2-60C7-4B54-B566-903836F40AC1}" type="presParOf" srcId="{8DE220A4-ECB9-4638-A350-5A9C43CEE903}" destId="{94F0B619-7528-4FE7-89AC-07E3BDC74097}" srcOrd="1" destOrd="0" presId="urn:microsoft.com/office/officeart/2005/8/layout/hProcess9"/>
    <dgm:cxn modelId="{77395F31-CB77-4E6C-BDA2-AC088B8A91AD}" type="presParOf" srcId="{8DE220A4-ECB9-4638-A350-5A9C43CEE903}" destId="{A4458A5A-0DDD-4EC7-A29A-389269D2054D}" srcOrd="2" destOrd="0" presId="urn:microsoft.com/office/officeart/2005/8/layout/hProcess9"/>
    <dgm:cxn modelId="{234FCDA3-86A7-47D1-AB3B-5FA659DB9E9E}" type="presParOf" srcId="{8DE220A4-ECB9-4638-A350-5A9C43CEE903}" destId="{2BED4FE7-DF38-4260-AB13-81DDB2CC8DE3}" srcOrd="3" destOrd="0" presId="urn:microsoft.com/office/officeart/2005/8/layout/hProcess9"/>
    <dgm:cxn modelId="{D2754171-255F-4626-851C-190A5EFB29E0}" type="presParOf" srcId="{8DE220A4-ECB9-4638-A350-5A9C43CEE903}" destId="{754666E1-4B61-4A77-8834-901ADCC5CEE4}" srcOrd="4" destOrd="0" presId="urn:microsoft.com/office/officeart/2005/8/layout/hProcess9"/>
    <dgm:cxn modelId="{E75CD8E8-8962-4695-A2FB-94F3308F3864}" type="presParOf" srcId="{8DE220A4-ECB9-4638-A350-5A9C43CEE903}" destId="{7F9F800D-16D3-4883-A257-C8F195A7C779}" srcOrd="5" destOrd="0" presId="urn:microsoft.com/office/officeart/2005/8/layout/hProcess9"/>
    <dgm:cxn modelId="{6977DD3B-B0DD-4A2E-864E-E86D9190BF37}" type="presParOf" srcId="{8DE220A4-ECB9-4638-A350-5A9C43CEE903}" destId="{F0078C00-C829-4227-9547-718A4E293FE8}" srcOrd="6" destOrd="0" presId="urn:microsoft.com/office/officeart/2005/8/layout/hProcess9"/>
    <dgm:cxn modelId="{FA7C97F2-ADC2-4AF2-86D7-9816594254B6}" type="presParOf" srcId="{8DE220A4-ECB9-4638-A350-5A9C43CEE903}" destId="{7C9F6013-E8C4-4634-903C-82A8F9CED049}" srcOrd="7" destOrd="0" presId="urn:microsoft.com/office/officeart/2005/8/layout/hProcess9"/>
    <dgm:cxn modelId="{149008B8-66BE-4B08-A96E-D61A742D327C}" type="presParOf" srcId="{8DE220A4-ECB9-4638-A350-5A9C43CEE903}" destId="{2EBBE0FF-232D-4B7F-88D2-1E47A723A2F5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D8A3D0-D002-425A-88A0-036FA4B5C95D}">
      <dsp:nvSpPr>
        <dsp:cNvPr id="0" name=""/>
        <dsp:cNvSpPr/>
      </dsp:nvSpPr>
      <dsp:spPr>
        <a:xfrm>
          <a:off x="1910714" y="53075"/>
          <a:ext cx="2547620" cy="2547620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L" sz="6500" kern="1200" dirty="0"/>
        </a:p>
      </dsp:txBody>
      <dsp:txXfrm>
        <a:off x="2250397" y="498908"/>
        <a:ext cx="1868254" cy="1146429"/>
      </dsp:txXfrm>
    </dsp:sp>
    <dsp:sp modelId="{2AC72952-7353-4FFD-AAB0-43025F379376}">
      <dsp:nvSpPr>
        <dsp:cNvPr id="0" name=""/>
        <dsp:cNvSpPr/>
      </dsp:nvSpPr>
      <dsp:spPr>
        <a:xfrm>
          <a:off x="2829879" y="1654178"/>
          <a:ext cx="2547620" cy="2547620"/>
        </a:xfrm>
        <a:prstGeom prst="ellipse">
          <a:avLst/>
        </a:prstGeom>
        <a:gradFill rotWithShape="0">
          <a:gsLst>
            <a:gs pos="0">
              <a:schemeClr val="accent3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L" sz="6500" kern="1200" dirty="0"/>
        </a:p>
      </dsp:txBody>
      <dsp:txXfrm>
        <a:off x="3609026" y="2312313"/>
        <a:ext cx="1528572" cy="1401191"/>
      </dsp:txXfrm>
    </dsp:sp>
    <dsp:sp modelId="{6DE718A3-EDC4-41B3-AD0E-7103D104AC06}">
      <dsp:nvSpPr>
        <dsp:cNvPr id="0" name=""/>
        <dsp:cNvSpPr/>
      </dsp:nvSpPr>
      <dsp:spPr>
        <a:xfrm>
          <a:off x="991448" y="1645338"/>
          <a:ext cx="2547620" cy="2547620"/>
        </a:xfrm>
        <a:prstGeom prst="ellipse">
          <a:avLst/>
        </a:prstGeom>
        <a:solidFill>
          <a:srgbClr val="4E95D9">
            <a:alpha val="50196"/>
          </a:srgb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L" sz="6500" kern="1200" dirty="0"/>
        </a:p>
      </dsp:txBody>
      <dsp:txXfrm>
        <a:off x="1231349" y="2303473"/>
        <a:ext cx="1528572" cy="14011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54CF1B-1283-42B8-A17C-EDC4B2448DFA}">
      <dsp:nvSpPr>
        <dsp:cNvPr id="0" name=""/>
        <dsp:cNvSpPr/>
      </dsp:nvSpPr>
      <dsp:spPr>
        <a:xfrm>
          <a:off x="914399" y="0"/>
          <a:ext cx="10363200" cy="5271558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4BDA3A-35F2-47E8-A9FA-EE24347A36C4}">
      <dsp:nvSpPr>
        <dsp:cNvPr id="0" name=""/>
        <dsp:cNvSpPr/>
      </dsp:nvSpPr>
      <dsp:spPr>
        <a:xfrm>
          <a:off x="5357" y="1581467"/>
          <a:ext cx="2342554" cy="210862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FHIR</a:t>
          </a:r>
          <a:endParaRPr lang="en-NL" sz="2600" kern="1200" dirty="0"/>
        </a:p>
      </dsp:txBody>
      <dsp:txXfrm>
        <a:off x="108291" y="1684401"/>
        <a:ext cx="2136686" cy="1902755"/>
      </dsp:txXfrm>
    </dsp:sp>
    <dsp:sp modelId="{A4458A5A-0DDD-4EC7-A29A-389269D2054D}">
      <dsp:nvSpPr>
        <dsp:cNvPr id="0" name=""/>
        <dsp:cNvSpPr/>
      </dsp:nvSpPr>
      <dsp:spPr>
        <a:xfrm>
          <a:off x="2465040" y="1581467"/>
          <a:ext cx="2342554" cy="210862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FHIR + OMOP</a:t>
          </a:r>
          <a:endParaRPr lang="en-NL" sz="2600" kern="1200" dirty="0"/>
        </a:p>
      </dsp:txBody>
      <dsp:txXfrm>
        <a:off x="2567974" y="1684401"/>
        <a:ext cx="2136686" cy="1902755"/>
      </dsp:txXfrm>
    </dsp:sp>
    <dsp:sp modelId="{754666E1-4B61-4A77-8834-901ADCC5CEE4}">
      <dsp:nvSpPr>
        <dsp:cNvPr id="0" name=""/>
        <dsp:cNvSpPr/>
      </dsp:nvSpPr>
      <dsp:spPr>
        <a:xfrm>
          <a:off x="4924722" y="1581467"/>
          <a:ext cx="2342554" cy="210862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FHIR + OMOP + </a:t>
          </a:r>
          <a:r>
            <a:rPr lang="en-US" sz="2600" kern="1200" dirty="0" err="1"/>
            <a:t>openEHR</a:t>
          </a:r>
          <a:endParaRPr lang="en-NL" sz="2600" kern="1200" dirty="0"/>
        </a:p>
      </dsp:txBody>
      <dsp:txXfrm>
        <a:off x="5027656" y="1684401"/>
        <a:ext cx="2136686" cy="1902755"/>
      </dsp:txXfrm>
    </dsp:sp>
    <dsp:sp modelId="{F0078C00-C829-4227-9547-718A4E293FE8}">
      <dsp:nvSpPr>
        <dsp:cNvPr id="0" name=""/>
        <dsp:cNvSpPr/>
      </dsp:nvSpPr>
      <dsp:spPr>
        <a:xfrm>
          <a:off x="7384405" y="1581467"/>
          <a:ext cx="2342554" cy="210862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FHIR + OMOP + </a:t>
          </a:r>
          <a:r>
            <a:rPr lang="en-US" sz="2600" kern="1200" dirty="0" err="1"/>
            <a:t>openEHR</a:t>
          </a:r>
          <a:r>
            <a:rPr lang="en-US" sz="2600" kern="1200" dirty="0"/>
            <a:t> + local schemas</a:t>
          </a:r>
          <a:endParaRPr lang="en-NL" sz="2600" kern="1200" dirty="0"/>
        </a:p>
      </dsp:txBody>
      <dsp:txXfrm>
        <a:off x="7487339" y="1684401"/>
        <a:ext cx="2136686" cy="1902755"/>
      </dsp:txXfrm>
    </dsp:sp>
    <dsp:sp modelId="{2EBBE0FF-232D-4B7F-88D2-1E47A723A2F5}">
      <dsp:nvSpPr>
        <dsp:cNvPr id="0" name=""/>
        <dsp:cNvSpPr/>
      </dsp:nvSpPr>
      <dsp:spPr>
        <a:xfrm>
          <a:off x="9844087" y="1581467"/>
          <a:ext cx="2342554" cy="210862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FHIR + OMOP + </a:t>
          </a:r>
          <a:r>
            <a:rPr lang="en-US" sz="2600" kern="1200" dirty="0" err="1"/>
            <a:t>openEHR</a:t>
          </a:r>
          <a:r>
            <a:rPr lang="en-US" sz="2600" kern="1200" dirty="0"/>
            <a:t> + local schemas + …</a:t>
          </a:r>
          <a:endParaRPr lang="en-NL" sz="2600" kern="1200" dirty="0"/>
        </a:p>
      </dsp:txBody>
      <dsp:txXfrm>
        <a:off x="9947021" y="1684401"/>
        <a:ext cx="2136686" cy="19027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B08C8-98C8-B8EC-43B6-DE6CFDFA9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E7C0C2-AB6C-9224-FBAB-816FEC178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0EEF0-98C9-EE77-1381-39A47EE55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56746-E3F9-46C3-B397-A44B0627D361}" type="datetimeFigureOut">
              <a:rPr lang="en-NL" smtClean="0"/>
              <a:t>16/12/2025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C7725-87C5-0125-6934-EF40BF0D7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E1C0E-4C8C-015B-836C-BAACA8D84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52C0C-6756-4520-994B-2CD231CBF7B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81863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3C904-6720-3782-DBAD-02E20EBF6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131AC-1B46-84C1-8BA5-36B8C5B76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E0A7E-AD1A-480D-27AF-475B35ED1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56746-E3F9-46C3-B397-A44B0627D361}" type="datetimeFigureOut">
              <a:rPr lang="en-NL" smtClean="0"/>
              <a:t>16/12/2025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FB5FA-650B-7F85-1130-98B901583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CC0BA-B5D5-609E-8A3E-3B0644837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52C0C-6756-4520-994B-2CD231CBF7B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46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8ED00-6A17-4998-6D86-E4E743BE2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6DC04-D14B-F2C4-060E-40E583C80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48E99-5D00-5DB0-947F-98947E101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56746-E3F9-46C3-B397-A44B0627D361}" type="datetimeFigureOut">
              <a:rPr lang="en-NL" smtClean="0"/>
              <a:t>16/12/2025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73D37-B789-8BD6-7BBB-AB5C280A2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181AF-507D-8363-7461-7BEBD9417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52C0C-6756-4520-994B-2CD231CBF7B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77714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AFF31-B82F-C386-E69A-EA8AD60BD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FAD9B-7A5C-6DA2-D868-0FC984C9A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6EE6EA-E2CA-DD4B-B5C9-C47784F5D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0A194-DED1-BA67-EC40-B9741B768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56746-E3F9-46C3-B397-A44B0627D361}" type="datetimeFigureOut">
              <a:rPr lang="en-NL" smtClean="0"/>
              <a:t>16/12/2025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4CAB7-9CCA-D983-F1D0-9088C0692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DF280-DD60-B2D3-8FA1-39F7F1B3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52C0C-6756-4520-994B-2CD231CBF7B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92879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F28D1-746A-80C2-3E46-50A9B36EE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E4384-9217-F6ED-29B9-7A99CF7CE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F55E5-A9CA-DF96-CCB5-663B6AA84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885D8B-3A3C-E66A-24D0-D78D3EDEB6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65A05A-8863-C0BC-367C-F3D6D255F8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FF1B25-08CE-C147-0314-E0A853702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56746-E3F9-46C3-B397-A44B0627D361}" type="datetimeFigureOut">
              <a:rPr lang="en-NL" smtClean="0"/>
              <a:t>16/12/2025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B54F4-F2E4-C7C0-C97F-8C85C44EB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0BDF2-062C-F5B5-72BC-10D130F0E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52C0C-6756-4520-994B-2CD231CBF7B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0344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AA46-4483-13A2-2428-12393C403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C81D8C-9737-6072-C151-195979CE4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56746-E3F9-46C3-B397-A44B0627D361}" type="datetimeFigureOut">
              <a:rPr lang="en-NL" smtClean="0"/>
              <a:t>16/12/2025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1E8A67-C6E2-74C9-04B5-00F3706F9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14DEB0-C2D1-2A55-3E06-18F888B63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52C0C-6756-4520-994B-2CD231CBF7B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81739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A67809-D5F6-02C7-49C7-16A2FA096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56746-E3F9-46C3-B397-A44B0627D361}" type="datetimeFigureOut">
              <a:rPr lang="en-NL" smtClean="0"/>
              <a:t>16/12/2025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F63D70-1822-C7D5-288D-1F99852F6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12E59-4871-7ADB-3080-40E2FEE55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52C0C-6756-4520-994B-2CD231CBF7B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20149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69512-2337-83A6-13D6-2CA8CBFF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28F16-9D8F-3B27-35C6-DAEBAA564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8795E4-5BE5-A8C1-BEFF-940883D81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8BA47-C542-9185-EFC4-C505C3BF8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56746-E3F9-46C3-B397-A44B0627D361}" type="datetimeFigureOut">
              <a:rPr lang="en-NL" smtClean="0"/>
              <a:t>16/12/2025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63375-FFC1-1708-B0EA-49DD9C91B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B376E-8299-376A-BAC9-C44826454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52C0C-6756-4520-994B-2CD231CBF7B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17468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D173-3D8A-45DB-C2EC-C23878DE3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6F1F55-8BB3-E9F4-81EB-9252AF05E6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EDCC0-EFD5-D5CE-B489-E69680CD0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1516F-F536-C840-7D76-BF3AF2301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56746-E3F9-46C3-B397-A44B0627D361}" type="datetimeFigureOut">
              <a:rPr lang="en-NL" smtClean="0"/>
              <a:t>16/12/2025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F0D82-92A6-6EB9-7425-1DDA4EA88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DFCC0-FE06-6412-B870-5F65F8EFD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52C0C-6756-4520-994B-2CD231CBF7B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96384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FD9CC-728E-D28F-DE08-4C28418F5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8C1C40-E24D-4AF5-0BE3-41A87CECD9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CB940-2146-CC52-EEEF-C4DB02399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56746-E3F9-46C3-B397-A44B0627D361}" type="datetimeFigureOut">
              <a:rPr lang="en-NL" smtClean="0"/>
              <a:t>16/12/2025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6E2E6-E3BF-8FC9-6DC7-A3DD5816A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AAB4E-3155-98EB-D0C2-091E1F135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52C0C-6756-4520-994B-2CD231CBF7B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85045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9F0F0C-86AE-2DC9-A837-DF31861591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C9C61F-6184-C902-6BE0-653F7D3DF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F8E2D-B949-B088-1E70-62053F2F7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56746-E3F9-46C3-B397-A44B0627D361}" type="datetimeFigureOut">
              <a:rPr lang="en-NL" smtClean="0"/>
              <a:t>16/12/2025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18368-C989-79E9-D4D3-1B9DFDD1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AA27F-01FD-64D4-31AB-D2FB9C58E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52C0C-6756-4520-994B-2CD231CBF7B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43983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2622FA-0BE9-6D8F-055B-4DC00A0A5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69532-A240-132C-382E-0E91FC6E0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38A66-E206-F6D1-B471-04A648C50F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C56746-E3F9-46C3-B397-A44B0627D361}" type="datetimeFigureOut">
              <a:rPr lang="en-NL" smtClean="0"/>
              <a:t>16/12/2025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7D685-664C-2F77-B6F4-BED85B4016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55A34-9062-457C-3E71-4A0A72665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D52C0C-6756-4520-994B-2CD231CBF7B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43268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hdphoto" Target="../media/hdphoto1.wdp"/><Relationship Id="rId5" Type="http://schemas.openxmlformats.org/officeDocument/2006/relationships/diagramColors" Target="../diagrams/colors1.xml"/><Relationship Id="rId10" Type="http://schemas.openxmlformats.org/officeDocument/2006/relationships/image" Target="../media/image4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ealth-ri.nl/en/health-ri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A162EDB-F0A9-9D2D-E1D3-732888E26F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1927424"/>
              </p:ext>
            </p:extLst>
          </p:nvPr>
        </p:nvGraphicFramePr>
        <p:xfrm>
          <a:off x="2911475" y="1082674"/>
          <a:ext cx="6369050" cy="4246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8" name="Picture 4" descr="Logos and trademarks – openehr.org">
            <a:extLst>
              <a:ext uri="{FF2B5EF4-FFF2-40B4-BE49-F238E27FC236}">
                <a16:creationId xmlns:a16="http://schemas.microsoft.com/office/drawing/2014/main" id="{8014E4E2-E54A-87C5-528F-50931F129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987" y="3959893"/>
            <a:ext cx="1838324" cy="32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at Is FHIR or Fast Healthcare Interoperability Resources?">
            <a:extLst>
              <a:ext uri="{FF2B5EF4-FFF2-40B4-BE49-F238E27FC236}">
                <a16:creationId xmlns:a16="http://schemas.microsoft.com/office/drawing/2014/main" id="{B1EC9D4D-C796-B407-C9D5-585C90A58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6838" y="1358109"/>
            <a:ext cx="1838324" cy="1378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Observational Health Data Sciences and Informatics · GitHub">
            <a:extLst>
              <a:ext uri="{FF2B5EF4-FFF2-40B4-BE49-F238E27FC236}">
                <a16:creationId xmlns:a16="http://schemas.microsoft.com/office/drawing/2014/main" id="{A6E4842F-AC59-9EA2-338B-25A4E462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695" y="3659110"/>
            <a:ext cx="924078" cy="92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E14B261-92DD-BB08-620F-4A1893715E8F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43550" y="2876550"/>
            <a:ext cx="11049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183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E0D62A0-9A4B-2057-C3DB-9F89643990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0333112"/>
              </p:ext>
            </p:extLst>
          </p:nvPr>
        </p:nvGraphicFramePr>
        <p:xfrm>
          <a:off x="0" y="866775"/>
          <a:ext cx="12192000" cy="52715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88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7684F-C178-ADE0-92C3-6E648E789DF6}"/>
              </a:ext>
            </a:extLst>
          </p:cNvPr>
          <p:cNvSpPr/>
          <p:nvPr/>
        </p:nvSpPr>
        <p:spPr>
          <a:xfrm>
            <a:off x="1581151" y="771525"/>
            <a:ext cx="7924800" cy="1466850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0000" rIns="180000" rtlCol="0" anchor="ctr"/>
          <a:lstStyle/>
          <a:p>
            <a:r>
              <a:rPr lang="en-US" dirty="0" err="1">
                <a:solidFill>
                  <a:srgbClr val="00FF00"/>
                </a:solidFill>
                <a:latin typeface="Atkinson Hyperlegible Mono" panose="02000009000000000000" pitchFamily="49" charset="0"/>
              </a:rPr>
              <a:t>ex:Patient</a:t>
            </a:r>
            <a:r>
              <a:rPr lang="en-US" dirty="0">
                <a:solidFill>
                  <a:srgbClr val="00FF00"/>
                </a:solidFill>
                <a:latin typeface="Atkinson Hyperlegible Mono" panose="02000009000000000000" pitchFamily="49" charset="0"/>
              </a:rPr>
              <a:t> a </a:t>
            </a:r>
            <a:r>
              <a:rPr lang="en-US" dirty="0" err="1">
                <a:solidFill>
                  <a:srgbClr val="00FF00"/>
                </a:solidFill>
                <a:latin typeface="Atkinson Hyperlegible Mono" panose="02000009000000000000" pitchFamily="49" charset="0"/>
              </a:rPr>
              <a:t>owl:Class</a:t>
            </a:r>
            <a:r>
              <a:rPr lang="en-US" dirty="0">
                <a:solidFill>
                  <a:srgbClr val="00FF00"/>
                </a:solidFill>
                <a:latin typeface="Atkinson Hyperlegible Mono" panose="02000009000000000000" pitchFamily="49" charset="0"/>
              </a:rPr>
              <a:t> ; </a:t>
            </a:r>
          </a:p>
          <a:p>
            <a:r>
              <a:rPr lang="en-US" dirty="0">
                <a:solidFill>
                  <a:srgbClr val="00FF00"/>
                </a:solidFill>
                <a:latin typeface="Atkinson Hyperlegible Mono" panose="02000009000000000000" pitchFamily="49" charset="0"/>
              </a:rPr>
              <a:t>	</a:t>
            </a:r>
            <a:r>
              <a:rPr lang="en-US" dirty="0" err="1">
                <a:solidFill>
                  <a:srgbClr val="00FF00"/>
                </a:solidFill>
                <a:latin typeface="Atkinson Hyperlegible Mono" panose="02000009000000000000" pitchFamily="49" charset="0"/>
              </a:rPr>
              <a:t>rdfs:label</a:t>
            </a:r>
            <a:r>
              <a:rPr lang="en-US" dirty="0">
                <a:solidFill>
                  <a:srgbClr val="00FF00"/>
                </a:solidFill>
                <a:latin typeface="Atkinson Hyperlegible Mono" panose="02000009000000000000" pitchFamily="49" charset="0"/>
              </a:rPr>
              <a:t> “Patient” ;</a:t>
            </a:r>
          </a:p>
          <a:p>
            <a:r>
              <a:rPr lang="en-US" dirty="0">
                <a:solidFill>
                  <a:srgbClr val="00FF00"/>
                </a:solidFill>
                <a:latin typeface="Atkinson Hyperlegible Mono Semi" panose="02000009000000000000" pitchFamily="49" charset="0"/>
              </a:rPr>
              <a:t>	</a:t>
            </a:r>
            <a:r>
              <a:rPr lang="en-US" dirty="0" err="1">
                <a:solidFill>
                  <a:srgbClr val="00FF00"/>
                </a:solidFill>
                <a:latin typeface="Atkinson Hyperlegible Mono Semi" panose="02000009000000000000" pitchFamily="49" charset="0"/>
              </a:rPr>
              <a:t>hriv:hasExactMeaning</a:t>
            </a:r>
            <a:r>
              <a:rPr lang="en-US" dirty="0">
                <a:solidFill>
                  <a:srgbClr val="00FF00"/>
                </a:solidFill>
                <a:latin typeface="Atkinson Hyperlegible Mono Semi" panose="02000009000000000000" pitchFamily="49" charset="0"/>
              </a:rPr>
              <a:t> </a:t>
            </a:r>
            <a:r>
              <a:rPr lang="en-US" dirty="0" err="1">
                <a:solidFill>
                  <a:srgbClr val="00FF00"/>
                </a:solidFill>
                <a:latin typeface="Atkinson Hyperlegible Mono Semi" panose="02000009000000000000" pitchFamily="49" charset="0"/>
              </a:rPr>
              <a:t>hrio:HealthcarePatient</a:t>
            </a:r>
            <a:r>
              <a:rPr lang="en-US" dirty="0">
                <a:solidFill>
                  <a:srgbClr val="00FF00"/>
                </a:solidFill>
                <a:latin typeface="Atkinson Hyperlegible Mono Semi" panose="02000009000000000000" pitchFamily="49" charset="0"/>
              </a:rPr>
              <a:t> 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9B6E34-6EA5-5CEC-B944-0E41F900457E}"/>
              </a:ext>
            </a:extLst>
          </p:cNvPr>
          <p:cNvSpPr/>
          <p:nvPr/>
        </p:nvSpPr>
        <p:spPr>
          <a:xfrm>
            <a:off x="1618417" y="4083337"/>
            <a:ext cx="7924800" cy="1760537"/>
          </a:xfrm>
          <a:prstGeom prst="rect">
            <a:avLst/>
          </a:prstGeom>
          <a:solidFill>
            <a:srgbClr val="183D76"/>
          </a:solidFill>
          <a:ln w="38100">
            <a:solidFill>
              <a:srgbClr val="F8A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0000" rIns="180000" rtlCol="0" anchor="ctr"/>
          <a:lstStyle/>
          <a:p>
            <a:r>
              <a:rPr lang="en-US" dirty="0" err="1">
                <a:solidFill>
                  <a:srgbClr val="F8AF00"/>
                </a:solidFill>
                <a:latin typeface="Atkinson Hyperlegible Mono" panose="02000009000000000000" pitchFamily="49" charset="0"/>
              </a:rPr>
              <a:t>ex:Patient</a:t>
            </a:r>
            <a:r>
              <a:rPr lang="en-US" dirty="0">
                <a:solidFill>
                  <a:srgbClr val="F8AF00"/>
                </a:solidFill>
                <a:latin typeface="Atkinson Hyperlegible Mono" panose="02000009000000000000" pitchFamily="49" charset="0"/>
              </a:rPr>
              <a:t> a </a:t>
            </a:r>
            <a:r>
              <a:rPr lang="en-US" dirty="0" err="1">
                <a:solidFill>
                  <a:srgbClr val="F8AF00"/>
                </a:solidFill>
                <a:latin typeface="Atkinson Hyperlegible Mono" panose="02000009000000000000" pitchFamily="49" charset="0"/>
              </a:rPr>
              <a:t>owl:Class</a:t>
            </a:r>
            <a:r>
              <a:rPr lang="en-US" dirty="0">
                <a:solidFill>
                  <a:srgbClr val="F8AF00"/>
                </a:solidFill>
                <a:latin typeface="Atkinson Hyperlegible Mono" panose="02000009000000000000" pitchFamily="49" charset="0"/>
              </a:rPr>
              <a:t> ; </a:t>
            </a:r>
          </a:p>
          <a:p>
            <a:r>
              <a:rPr lang="en-US" dirty="0">
                <a:solidFill>
                  <a:srgbClr val="F8AF00"/>
                </a:solidFill>
                <a:latin typeface="Atkinson Hyperlegible Mono" panose="02000009000000000000" pitchFamily="49" charset="0"/>
              </a:rPr>
              <a:t>	</a:t>
            </a:r>
            <a:r>
              <a:rPr lang="en-US" dirty="0" err="1">
                <a:solidFill>
                  <a:srgbClr val="F8AF00"/>
                </a:solidFill>
                <a:latin typeface="Atkinson Hyperlegible Mono" panose="02000009000000000000" pitchFamily="49" charset="0"/>
              </a:rPr>
              <a:t>rdfs:label</a:t>
            </a:r>
            <a:r>
              <a:rPr lang="en-US" dirty="0">
                <a:solidFill>
                  <a:srgbClr val="F8AF00"/>
                </a:solidFill>
                <a:latin typeface="Atkinson Hyperlegible Mono" panose="02000009000000000000" pitchFamily="49" charset="0"/>
              </a:rPr>
              <a:t> “Patient” ;</a:t>
            </a:r>
          </a:p>
          <a:p>
            <a:r>
              <a:rPr lang="en-US" dirty="0">
                <a:solidFill>
                  <a:srgbClr val="F8AF00"/>
                </a:solidFill>
                <a:latin typeface="Atkinson Hyperlegible Mono Semi" panose="02000009000000000000" pitchFamily="49" charset="0"/>
              </a:rPr>
              <a:t>	</a:t>
            </a:r>
            <a:r>
              <a:rPr lang="en-US" dirty="0" err="1">
                <a:solidFill>
                  <a:srgbClr val="F8AF00"/>
                </a:solidFill>
                <a:latin typeface="Atkinson Hyperlegible Mono Semi" panose="02000009000000000000" pitchFamily="49" charset="0"/>
              </a:rPr>
              <a:t>hriv:hasExactMeaning</a:t>
            </a:r>
            <a:r>
              <a:rPr lang="en-US" dirty="0">
                <a:solidFill>
                  <a:srgbClr val="F8AF00"/>
                </a:solidFill>
                <a:latin typeface="Atkinson Hyperlegible Mono Semi" panose="02000009000000000000" pitchFamily="49" charset="0"/>
              </a:rPr>
              <a:t> </a:t>
            </a:r>
            <a:r>
              <a:rPr lang="en-US" dirty="0" err="1">
                <a:solidFill>
                  <a:srgbClr val="F8AF00"/>
                </a:solidFill>
                <a:latin typeface="Atkinson Hyperlegible Mono Semi" panose="02000009000000000000" pitchFamily="49" charset="0"/>
              </a:rPr>
              <a:t>hrio:HealthcarePatient</a:t>
            </a:r>
            <a:r>
              <a:rPr lang="en-US" dirty="0">
                <a:solidFill>
                  <a:srgbClr val="F8AF00"/>
                </a:solidFill>
                <a:latin typeface="Atkinson Hyperlegible Mono Semi" panose="02000009000000000000" pitchFamily="49" charset="0"/>
              </a:rPr>
              <a:t> .</a:t>
            </a:r>
          </a:p>
        </p:txBody>
      </p:sp>
      <p:pic>
        <p:nvPicPr>
          <p:cNvPr id="11" name="Picture 10" descr="A logo with yellow dots and blue text&#10;&#10;AI-generated content may be incorrect.">
            <a:extLst>
              <a:ext uri="{FF2B5EF4-FFF2-40B4-BE49-F238E27FC236}">
                <a16:creationId xmlns:a16="http://schemas.microsoft.com/office/drawing/2014/main" id="{ACE326D5-02A4-5BEB-9C28-AC81602FDC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639300" y="503811"/>
            <a:ext cx="6858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9DCA17-ACB8-3741-F4CC-61FCBCF649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81151" y="2433065"/>
            <a:ext cx="7962066" cy="14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493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570A449F-FABD-CAF6-564A-36F245F8600C}"/>
              </a:ext>
            </a:extLst>
          </p:cNvPr>
          <p:cNvGrpSpPr/>
          <p:nvPr/>
        </p:nvGrpSpPr>
        <p:grpSpPr>
          <a:xfrm>
            <a:off x="3717775" y="1246401"/>
            <a:ext cx="4756442" cy="4716871"/>
            <a:chOff x="3967035" y="1626915"/>
            <a:chExt cx="4257932" cy="4222513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ED16EC2-6F4F-B496-4970-56CD21123845}"/>
                </a:ext>
              </a:extLst>
            </p:cNvPr>
            <p:cNvSpPr/>
            <p:nvPr/>
          </p:nvSpPr>
          <p:spPr>
            <a:xfrm rot="5400000">
              <a:off x="4868805" y="2288635"/>
              <a:ext cx="1244178" cy="1210214"/>
            </a:xfrm>
            <a:custGeom>
              <a:avLst/>
              <a:gdLst>
                <a:gd name="connsiteX0" fmla="*/ 0 w 1244177"/>
                <a:gd name="connsiteY0" fmla="*/ 918753 h 1210214"/>
                <a:gd name="connsiteX1" fmla="*/ 354463 w 1244177"/>
                <a:gd name="connsiteY1" fmla="*/ 63003 h 1210214"/>
                <a:gd name="connsiteX2" fmla="*/ 423784 w 1244177"/>
                <a:gd name="connsiteY2" fmla="*/ 0 h 1210214"/>
                <a:gd name="connsiteX3" fmla="*/ 440405 w 1244177"/>
                <a:gd name="connsiteY3" fmla="*/ 15107 h 1210214"/>
                <a:gd name="connsiteX4" fmla="*/ 1086475 w 1244177"/>
                <a:gd name="connsiteY4" fmla="*/ 285213 h 1210214"/>
                <a:gd name="connsiteX5" fmla="*/ 1186908 w 1244177"/>
                <a:gd name="connsiteY5" fmla="*/ 290284 h 1210214"/>
                <a:gd name="connsiteX6" fmla="*/ 1181935 w 1244177"/>
                <a:gd name="connsiteY6" fmla="*/ 309628 h 1210214"/>
                <a:gd name="connsiteX7" fmla="*/ 1157347 w 1244177"/>
                <a:gd name="connsiteY7" fmla="*/ 553528 h 1210214"/>
                <a:gd name="connsiteX8" fmla="*/ 1211757 w 1244177"/>
                <a:gd name="connsiteY8" fmla="*/ 913409 h 1210214"/>
                <a:gd name="connsiteX9" fmla="*/ 1244177 w 1244177"/>
                <a:gd name="connsiteY9" fmla="*/ 1001988 h 1210214"/>
                <a:gd name="connsiteX10" fmla="*/ 1242117 w 1244177"/>
                <a:gd name="connsiteY10" fmla="*/ 1003529 h 1210214"/>
                <a:gd name="connsiteX11" fmla="*/ 565475 w 1244177"/>
                <a:gd name="connsiteY11" fmla="*/ 1210214 h 1210214"/>
                <a:gd name="connsiteX12" fmla="*/ 94406 w 1244177"/>
                <a:gd name="connsiteY12" fmla="*/ 1115109 h 1210214"/>
                <a:gd name="connsiteX13" fmla="*/ 11215 w 1244177"/>
                <a:gd name="connsiteY13" fmla="*/ 1075034 h 1210214"/>
                <a:gd name="connsiteX14" fmla="*/ 6248 w 1244177"/>
                <a:gd name="connsiteY14" fmla="*/ 1042490 h 1210214"/>
                <a:gd name="connsiteX15" fmla="*/ 0 w 1244177"/>
                <a:gd name="connsiteY15" fmla="*/ 918753 h 1210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44177" h="1210214">
                  <a:moveTo>
                    <a:pt x="0" y="918753"/>
                  </a:moveTo>
                  <a:cubicBezTo>
                    <a:pt x="0" y="584562"/>
                    <a:pt x="135458" y="282009"/>
                    <a:pt x="354463" y="63003"/>
                  </a:cubicBezTo>
                  <a:lnTo>
                    <a:pt x="423784" y="0"/>
                  </a:lnTo>
                  <a:lnTo>
                    <a:pt x="440405" y="15107"/>
                  </a:lnTo>
                  <a:cubicBezTo>
                    <a:pt x="619716" y="163087"/>
                    <a:pt x="842372" y="260423"/>
                    <a:pt x="1086475" y="285213"/>
                  </a:cubicBezTo>
                  <a:lnTo>
                    <a:pt x="1186908" y="290284"/>
                  </a:lnTo>
                  <a:lnTo>
                    <a:pt x="1181935" y="309628"/>
                  </a:lnTo>
                  <a:cubicBezTo>
                    <a:pt x="1165814" y="388409"/>
                    <a:pt x="1157347" y="469980"/>
                    <a:pt x="1157347" y="553528"/>
                  </a:cubicBezTo>
                  <a:cubicBezTo>
                    <a:pt x="1157347" y="678850"/>
                    <a:pt x="1176396" y="799722"/>
                    <a:pt x="1211757" y="913409"/>
                  </a:cubicBezTo>
                  <a:lnTo>
                    <a:pt x="1244177" y="1001988"/>
                  </a:lnTo>
                  <a:lnTo>
                    <a:pt x="1242117" y="1003529"/>
                  </a:lnTo>
                  <a:cubicBezTo>
                    <a:pt x="1048965" y="1134019"/>
                    <a:pt x="816119" y="1210214"/>
                    <a:pt x="565475" y="1210214"/>
                  </a:cubicBezTo>
                  <a:cubicBezTo>
                    <a:pt x="398380" y="1210214"/>
                    <a:pt x="239194" y="1176349"/>
                    <a:pt x="94406" y="1115109"/>
                  </a:cubicBezTo>
                  <a:lnTo>
                    <a:pt x="11215" y="1075034"/>
                  </a:lnTo>
                  <a:lnTo>
                    <a:pt x="6248" y="1042490"/>
                  </a:lnTo>
                  <a:cubicBezTo>
                    <a:pt x="2117" y="1001806"/>
                    <a:pt x="0" y="960527"/>
                    <a:pt x="0" y="918753"/>
                  </a:cubicBezTo>
                  <a:close/>
                </a:path>
              </a:pathLst>
            </a:custGeom>
            <a:solidFill>
              <a:srgbClr val="A2B969">
                <a:lumMod val="75000"/>
                <a:alpha val="50000"/>
              </a:srgbClr>
            </a:solidFill>
            <a:ln w="57150" cap="flat" cmpd="sng" algn="ctr">
              <a:solidFill>
                <a:srgbClr val="F0EEE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057F032-DBDE-9D2D-2CFC-E73DC9A95801}"/>
                </a:ext>
              </a:extLst>
            </p:cNvPr>
            <p:cNvSpPr/>
            <p:nvPr/>
          </p:nvSpPr>
          <p:spPr>
            <a:xfrm rot="5400000">
              <a:off x="6079017" y="2288637"/>
              <a:ext cx="1244180" cy="1210212"/>
            </a:xfrm>
            <a:custGeom>
              <a:avLst/>
              <a:gdLst>
                <a:gd name="connsiteX0" fmla="*/ 0 w 1244179"/>
                <a:gd name="connsiteY0" fmla="*/ 291460 h 1210212"/>
                <a:gd name="connsiteX1" fmla="*/ 6248 w 1244179"/>
                <a:gd name="connsiteY1" fmla="*/ 167723 h 1210212"/>
                <a:gd name="connsiteX2" fmla="*/ 11215 w 1244179"/>
                <a:gd name="connsiteY2" fmla="*/ 135180 h 1210212"/>
                <a:gd name="connsiteX3" fmla="*/ 94406 w 1244179"/>
                <a:gd name="connsiteY3" fmla="*/ 95105 h 1210212"/>
                <a:gd name="connsiteX4" fmla="*/ 565475 w 1244179"/>
                <a:gd name="connsiteY4" fmla="*/ 0 h 1210212"/>
                <a:gd name="connsiteX5" fmla="*/ 1242117 w 1244179"/>
                <a:gd name="connsiteY5" fmla="*/ 206685 h 1210212"/>
                <a:gd name="connsiteX6" fmla="*/ 1244179 w 1244179"/>
                <a:gd name="connsiteY6" fmla="*/ 208227 h 1210212"/>
                <a:gd name="connsiteX7" fmla="*/ 1211760 w 1244179"/>
                <a:gd name="connsiteY7" fmla="*/ 296804 h 1210212"/>
                <a:gd name="connsiteX8" fmla="*/ 1157351 w 1244179"/>
                <a:gd name="connsiteY8" fmla="*/ 656684 h 1210212"/>
                <a:gd name="connsiteX9" fmla="*/ 1181938 w 1244179"/>
                <a:gd name="connsiteY9" fmla="*/ 900584 h 1210212"/>
                <a:gd name="connsiteX10" fmla="*/ 1186912 w 1244179"/>
                <a:gd name="connsiteY10" fmla="*/ 919928 h 1210212"/>
                <a:gd name="connsiteX11" fmla="*/ 1086475 w 1244179"/>
                <a:gd name="connsiteY11" fmla="*/ 925000 h 1210212"/>
                <a:gd name="connsiteX12" fmla="*/ 440405 w 1244179"/>
                <a:gd name="connsiteY12" fmla="*/ 1195106 h 1210212"/>
                <a:gd name="connsiteX13" fmla="*/ 423784 w 1244179"/>
                <a:gd name="connsiteY13" fmla="*/ 1210212 h 1210212"/>
                <a:gd name="connsiteX14" fmla="*/ 354463 w 1244179"/>
                <a:gd name="connsiteY14" fmla="*/ 1147210 h 1210212"/>
                <a:gd name="connsiteX15" fmla="*/ 0 w 1244179"/>
                <a:gd name="connsiteY15" fmla="*/ 291460 h 1210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44179" h="1210212">
                  <a:moveTo>
                    <a:pt x="0" y="291460"/>
                  </a:moveTo>
                  <a:cubicBezTo>
                    <a:pt x="0" y="249686"/>
                    <a:pt x="2117" y="208406"/>
                    <a:pt x="6248" y="167723"/>
                  </a:cubicBezTo>
                  <a:lnTo>
                    <a:pt x="11215" y="135180"/>
                  </a:lnTo>
                  <a:lnTo>
                    <a:pt x="94406" y="95105"/>
                  </a:lnTo>
                  <a:cubicBezTo>
                    <a:pt x="239194" y="33864"/>
                    <a:pt x="398380" y="0"/>
                    <a:pt x="565475" y="0"/>
                  </a:cubicBezTo>
                  <a:cubicBezTo>
                    <a:pt x="816119" y="0"/>
                    <a:pt x="1048965" y="76195"/>
                    <a:pt x="1242117" y="206685"/>
                  </a:cubicBezTo>
                  <a:lnTo>
                    <a:pt x="1244179" y="208227"/>
                  </a:lnTo>
                  <a:lnTo>
                    <a:pt x="1211760" y="296804"/>
                  </a:lnTo>
                  <a:cubicBezTo>
                    <a:pt x="1176399" y="410490"/>
                    <a:pt x="1157351" y="531362"/>
                    <a:pt x="1157351" y="656684"/>
                  </a:cubicBezTo>
                  <a:cubicBezTo>
                    <a:pt x="1157351" y="740232"/>
                    <a:pt x="1165817" y="821802"/>
                    <a:pt x="1181938" y="900584"/>
                  </a:cubicBezTo>
                  <a:lnTo>
                    <a:pt x="1186912" y="919928"/>
                  </a:lnTo>
                  <a:lnTo>
                    <a:pt x="1086475" y="925000"/>
                  </a:lnTo>
                  <a:cubicBezTo>
                    <a:pt x="842372" y="949790"/>
                    <a:pt x="619716" y="1047125"/>
                    <a:pt x="440405" y="1195106"/>
                  </a:cubicBezTo>
                  <a:lnTo>
                    <a:pt x="423784" y="1210212"/>
                  </a:lnTo>
                  <a:lnTo>
                    <a:pt x="354463" y="1147210"/>
                  </a:lnTo>
                  <a:cubicBezTo>
                    <a:pt x="135458" y="928204"/>
                    <a:pt x="0" y="625651"/>
                    <a:pt x="0" y="291460"/>
                  </a:cubicBezTo>
                  <a:close/>
                </a:path>
              </a:pathLst>
            </a:custGeom>
            <a:solidFill>
              <a:srgbClr val="3A5C84">
                <a:lumMod val="75000"/>
                <a:alpha val="50000"/>
              </a:srgbClr>
            </a:solidFill>
            <a:ln w="57150" cap="flat" cmpd="sng" algn="ctr">
              <a:solidFill>
                <a:srgbClr val="F0EEE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6338D33-139C-25FB-B049-F197F6C4E5ED}"/>
                </a:ext>
              </a:extLst>
            </p:cNvPr>
            <p:cNvSpPr/>
            <p:nvPr/>
          </p:nvSpPr>
          <p:spPr>
            <a:xfrm rot="5400000">
              <a:off x="5806305" y="3456797"/>
              <a:ext cx="287935" cy="291465"/>
            </a:xfrm>
            <a:custGeom>
              <a:avLst/>
              <a:gdLst>
                <a:gd name="connsiteX0" fmla="*/ 0 w 287934"/>
                <a:gd name="connsiteY0" fmla="*/ 290288 h 291465"/>
                <a:gd name="connsiteX1" fmla="*/ 24849 w 287934"/>
                <a:gd name="connsiteY1" fmla="*/ 193651 h 291465"/>
                <a:gd name="connsiteX2" fmla="*/ 65545 w 287934"/>
                <a:gd name="connsiteY2" fmla="*/ 82462 h 291465"/>
                <a:gd name="connsiteX3" fmla="*/ 105268 w 287934"/>
                <a:gd name="connsiteY3" fmla="*/ 0 h 291465"/>
                <a:gd name="connsiteX4" fmla="*/ 116509 w 287934"/>
                <a:gd name="connsiteY4" fmla="*/ 23335 h 291465"/>
                <a:gd name="connsiteX5" fmla="*/ 246796 w 287934"/>
                <a:gd name="connsiteY5" fmla="*/ 216284 h 291465"/>
                <a:gd name="connsiteX6" fmla="*/ 287934 w 287934"/>
                <a:gd name="connsiteY6" fmla="*/ 261547 h 291465"/>
                <a:gd name="connsiteX7" fmla="*/ 267205 w 287934"/>
                <a:gd name="connsiteY7" fmla="*/ 266878 h 291465"/>
                <a:gd name="connsiteX8" fmla="*/ 23305 w 287934"/>
                <a:gd name="connsiteY8" fmla="*/ 291465 h 291465"/>
                <a:gd name="connsiteX9" fmla="*/ 0 w 287934"/>
                <a:gd name="connsiteY9" fmla="*/ 290288 h 291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7934" h="291465">
                  <a:moveTo>
                    <a:pt x="0" y="290288"/>
                  </a:moveTo>
                  <a:lnTo>
                    <a:pt x="24849" y="193651"/>
                  </a:lnTo>
                  <a:cubicBezTo>
                    <a:pt x="36635" y="155756"/>
                    <a:pt x="50234" y="118659"/>
                    <a:pt x="65545" y="82462"/>
                  </a:cubicBezTo>
                  <a:lnTo>
                    <a:pt x="105268" y="0"/>
                  </a:lnTo>
                  <a:lnTo>
                    <a:pt x="116509" y="23335"/>
                  </a:lnTo>
                  <a:cubicBezTo>
                    <a:pt x="153770" y="91927"/>
                    <a:pt x="197469" y="156513"/>
                    <a:pt x="246796" y="216284"/>
                  </a:cubicBezTo>
                  <a:lnTo>
                    <a:pt x="287934" y="261547"/>
                  </a:lnTo>
                  <a:lnTo>
                    <a:pt x="267205" y="266878"/>
                  </a:lnTo>
                  <a:cubicBezTo>
                    <a:pt x="188423" y="282999"/>
                    <a:pt x="106852" y="291465"/>
                    <a:pt x="23305" y="291465"/>
                  </a:cubicBezTo>
                  <a:lnTo>
                    <a:pt x="0" y="290288"/>
                  </a:lnTo>
                  <a:close/>
                </a:path>
              </a:pathLst>
            </a:custGeom>
            <a:solidFill>
              <a:srgbClr val="3A5C84"/>
            </a:solidFill>
            <a:ln w="57150" cap="flat" cmpd="sng" algn="ctr">
              <a:solidFill>
                <a:srgbClr val="F0EEE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2B1A7F1-1FC2-7C03-4BB1-9CFB09657A35}"/>
                </a:ext>
              </a:extLst>
            </p:cNvPr>
            <p:cNvSpPr/>
            <p:nvPr/>
          </p:nvSpPr>
          <p:spPr>
            <a:xfrm rot="5400000">
              <a:off x="6097769" y="3456802"/>
              <a:ext cx="287927" cy="291456"/>
            </a:xfrm>
            <a:custGeom>
              <a:avLst/>
              <a:gdLst>
                <a:gd name="connsiteX0" fmla="*/ 0 w 287927"/>
                <a:gd name="connsiteY0" fmla="*/ 1176 h 291456"/>
                <a:gd name="connsiteX1" fmla="*/ 23301 w 287927"/>
                <a:gd name="connsiteY1" fmla="*/ 0 h 291456"/>
                <a:gd name="connsiteX2" fmla="*/ 267201 w 287927"/>
                <a:gd name="connsiteY2" fmla="*/ 24587 h 291456"/>
                <a:gd name="connsiteX3" fmla="*/ 287927 w 287927"/>
                <a:gd name="connsiteY3" fmla="*/ 29916 h 291456"/>
                <a:gd name="connsiteX4" fmla="*/ 246790 w 287927"/>
                <a:gd name="connsiteY4" fmla="*/ 75179 h 291456"/>
                <a:gd name="connsiteX5" fmla="*/ 116502 w 287927"/>
                <a:gd name="connsiteY5" fmla="*/ 268128 h 291456"/>
                <a:gd name="connsiteX6" fmla="*/ 105264 w 287927"/>
                <a:gd name="connsiteY6" fmla="*/ 291456 h 291456"/>
                <a:gd name="connsiteX7" fmla="*/ 65543 w 287927"/>
                <a:gd name="connsiteY7" fmla="*/ 209001 h 291456"/>
                <a:gd name="connsiteX8" fmla="*/ 24848 w 287927"/>
                <a:gd name="connsiteY8" fmla="*/ 97812 h 291456"/>
                <a:gd name="connsiteX9" fmla="*/ 0 w 287927"/>
                <a:gd name="connsiteY9" fmla="*/ 1176 h 29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7927" h="291456">
                  <a:moveTo>
                    <a:pt x="0" y="1176"/>
                  </a:moveTo>
                  <a:lnTo>
                    <a:pt x="23301" y="0"/>
                  </a:lnTo>
                  <a:cubicBezTo>
                    <a:pt x="106848" y="0"/>
                    <a:pt x="188419" y="8466"/>
                    <a:pt x="267201" y="24587"/>
                  </a:cubicBezTo>
                  <a:lnTo>
                    <a:pt x="287927" y="29916"/>
                  </a:lnTo>
                  <a:lnTo>
                    <a:pt x="246790" y="75179"/>
                  </a:lnTo>
                  <a:cubicBezTo>
                    <a:pt x="197463" y="134950"/>
                    <a:pt x="153763" y="199536"/>
                    <a:pt x="116502" y="268128"/>
                  </a:cubicBezTo>
                  <a:lnTo>
                    <a:pt x="105264" y="291456"/>
                  </a:lnTo>
                  <a:lnTo>
                    <a:pt x="65543" y="209001"/>
                  </a:lnTo>
                  <a:cubicBezTo>
                    <a:pt x="50233" y="172804"/>
                    <a:pt x="36634" y="135707"/>
                    <a:pt x="24848" y="97812"/>
                  </a:cubicBezTo>
                  <a:lnTo>
                    <a:pt x="0" y="1176"/>
                  </a:lnTo>
                  <a:close/>
                </a:path>
              </a:pathLst>
            </a:custGeom>
            <a:solidFill>
              <a:srgbClr val="3A5C84"/>
            </a:solidFill>
            <a:ln w="57150" cap="flat" cmpd="sng" algn="ctr">
              <a:solidFill>
                <a:srgbClr val="F0EEE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CB8DF06-6AB0-B35C-630E-709F77E62029}"/>
                </a:ext>
              </a:extLst>
            </p:cNvPr>
            <p:cNvSpPr/>
            <p:nvPr/>
          </p:nvSpPr>
          <p:spPr>
            <a:xfrm rot="5400000">
              <a:off x="4416735" y="3461272"/>
              <a:ext cx="1176248" cy="1285367"/>
            </a:xfrm>
            <a:custGeom>
              <a:avLst/>
              <a:gdLst>
                <a:gd name="connsiteX0" fmla="*/ 0 w 1176247"/>
                <a:gd name="connsiteY0" fmla="*/ 553530 h 1285367"/>
                <a:gd name="connsiteX1" fmla="*/ 91106 w 1176247"/>
                <a:gd name="connsiteY1" fmla="*/ 485402 h 1285367"/>
                <a:gd name="connsiteX2" fmla="*/ 436407 w 1176247"/>
                <a:gd name="connsiteY2" fmla="*/ 22612 h 1285367"/>
                <a:gd name="connsiteX3" fmla="*/ 444683 w 1176247"/>
                <a:gd name="connsiteY3" fmla="*/ 0 h 1285367"/>
                <a:gd name="connsiteX4" fmla="*/ 446745 w 1176247"/>
                <a:gd name="connsiteY4" fmla="*/ 1542 h 1285367"/>
                <a:gd name="connsiteX5" fmla="*/ 1123385 w 1176247"/>
                <a:gd name="connsiteY5" fmla="*/ 208227 h 1285367"/>
                <a:gd name="connsiteX6" fmla="*/ 1146686 w 1176247"/>
                <a:gd name="connsiteY6" fmla="*/ 207050 h 1285367"/>
                <a:gd name="connsiteX7" fmla="*/ 1151660 w 1176247"/>
                <a:gd name="connsiteY7" fmla="*/ 226395 h 1285367"/>
                <a:gd name="connsiteX8" fmla="*/ 1176247 w 1176247"/>
                <a:gd name="connsiteY8" fmla="*/ 470295 h 1285367"/>
                <a:gd name="connsiteX9" fmla="*/ 899894 w 1176247"/>
                <a:gd name="connsiteY9" fmla="*/ 1240103 h 1285367"/>
                <a:gd name="connsiteX10" fmla="*/ 858755 w 1176247"/>
                <a:gd name="connsiteY10" fmla="*/ 1285367 h 1285367"/>
                <a:gd name="connsiteX11" fmla="*/ 763503 w 1176247"/>
                <a:gd name="connsiteY11" fmla="*/ 1260875 h 1285367"/>
                <a:gd name="connsiteX12" fmla="*/ 8276 w 1176247"/>
                <a:gd name="connsiteY12" fmla="*/ 576140 h 1285367"/>
                <a:gd name="connsiteX13" fmla="*/ 0 w 1176247"/>
                <a:gd name="connsiteY13" fmla="*/ 553530 h 1285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6247" h="1285367">
                  <a:moveTo>
                    <a:pt x="0" y="553530"/>
                  </a:moveTo>
                  <a:lnTo>
                    <a:pt x="91106" y="485402"/>
                  </a:lnTo>
                  <a:cubicBezTo>
                    <a:pt x="240532" y="362085"/>
                    <a:pt x="359856" y="203597"/>
                    <a:pt x="436407" y="22612"/>
                  </a:cubicBezTo>
                  <a:lnTo>
                    <a:pt x="444683" y="0"/>
                  </a:lnTo>
                  <a:lnTo>
                    <a:pt x="446745" y="1542"/>
                  </a:lnTo>
                  <a:cubicBezTo>
                    <a:pt x="639896" y="132032"/>
                    <a:pt x="872742" y="208227"/>
                    <a:pt x="1123385" y="208227"/>
                  </a:cubicBezTo>
                  <a:lnTo>
                    <a:pt x="1146686" y="207050"/>
                  </a:lnTo>
                  <a:lnTo>
                    <a:pt x="1151660" y="226395"/>
                  </a:lnTo>
                  <a:cubicBezTo>
                    <a:pt x="1167781" y="305177"/>
                    <a:pt x="1176247" y="386747"/>
                    <a:pt x="1176247" y="470295"/>
                  </a:cubicBezTo>
                  <a:cubicBezTo>
                    <a:pt x="1176247" y="762712"/>
                    <a:pt x="1072538" y="1030906"/>
                    <a:pt x="899894" y="1240103"/>
                  </a:cubicBezTo>
                  <a:lnTo>
                    <a:pt x="858755" y="1285367"/>
                  </a:lnTo>
                  <a:lnTo>
                    <a:pt x="763503" y="1260875"/>
                  </a:lnTo>
                  <a:cubicBezTo>
                    <a:pt x="422445" y="1154795"/>
                    <a:pt x="146066" y="901913"/>
                    <a:pt x="8276" y="576140"/>
                  </a:cubicBezTo>
                  <a:lnTo>
                    <a:pt x="0" y="553530"/>
                  </a:lnTo>
                  <a:close/>
                </a:path>
              </a:pathLst>
            </a:custGeom>
            <a:solidFill>
              <a:srgbClr val="FFCC4C">
                <a:lumMod val="75000"/>
                <a:alpha val="50000"/>
              </a:srgbClr>
            </a:solidFill>
            <a:ln w="57150" cap="flat" cmpd="sng" algn="ctr">
              <a:solidFill>
                <a:srgbClr val="F0EEE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6D9982B-B387-94AA-28E3-370AA79CF440}"/>
                </a:ext>
              </a:extLst>
            </p:cNvPr>
            <p:cNvSpPr/>
            <p:nvPr/>
          </p:nvSpPr>
          <p:spPr>
            <a:xfrm rot="5400000">
              <a:off x="6599020" y="3461273"/>
              <a:ext cx="1176246" cy="1285364"/>
            </a:xfrm>
            <a:custGeom>
              <a:avLst/>
              <a:gdLst>
                <a:gd name="connsiteX0" fmla="*/ 0 w 1176245"/>
                <a:gd name="connsiteY0" fmla="*/ 731839 h 1285364"/>
                <a:gd name="connsiteX1" fmla="*/ 8276 w 1176245"/>
                <a:gd name="connsiteY1" fmla="*/ 709227 h 1285364"/>
                <a:gd name="connsiteX2" fmla="*/ 763504 w 1176245"/>
                <a:gd name="connsiteY2" fmla="*/ 24492 h 1285364"/>
                <a:gd name="connsiteX3" fmla="*/ 858754 w 1176245"/>
                <a:gd name="connsiteY3" fmla="*/ 0 h 1285364"/>
                <a:gd name="connsiteX4" fmla="*/ 899893 w 1176245"/>
                <a:gd name="connsiteY4" fmla="*/ 45264 h 1285364"/>
                <a:gd name="connsiteX5" fmla="*/ 1176245 w 1176245"/>
                <a:gd name="connsiteY5" fmla="*/ 815072 h 1285364"/>
                <a:gd name="connsiteX6" fmla="*/ 1151658 w 1176245"/>
                <a:gd name="connsiteY6" fmla="*/ 1058972 h 1285364"/>
                <a:gd name="connsiteX7" fmla="*/ 1146685 w 1176245"/>
                <a:gd name="connsiteY7" fmla="*/ 1078314 h 1285364"/>
                <a:gd name="connsiteX8" fmla="*/ 1123382 w 1176245"/>
                <a:gd name="connsiteY8" fmla="*/ 1077138 h 1285364"/>
                <a:gd name="connsiteX9" fmla="*/ 446741 w 1176245"/>
                <a:gd name="connsiteY9" fmla="*/ 1283823 h 1285364"/>
                <a:gd name="connsiteX10" fmla="*/ 444679 w 1176245"/>
                <a:gd name="connsiteY10" fmla="*/ 1285364 h 1285364"/>
                <a:gd name="connsiteX11" fmla="*/ 436405 w 1176245"/>
                <a:gd name="connsiteY11" fmla="*/ 1262756 h 1285364"/>
                <a:gd name="connsiteX12" fmla="*/ 91104 w 1176245"/>
                <a:gd name="connsiteY12" fmla="*/ 799966 h 1285364"/>
                <a:gd name="connsiteX13" fmla="*/ 0 w 1176245"/>
                <a:gd name="connsiteY13" fmla="*/ 731839 h 128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6245" h="1285364">
                  <a:moveTo>
                    <a:pt x="0" y="731839"/>
                  </a:moveTo>
                  <a:lnTo>
                    <a:pt x="8276" y="709227"/>
                  </a:lnTo>
                  <a:cubicBezTo>
                    <a:pt x="146066" y="383454"/>
                    <a:pt x="422445" y="130572"/>
                    <a:pt x="763504" y="24492"/>
                  </a:cubicBezTo>
                  <a:lnTo>
                    <a:pt x="858754" y="0"/>
                  </a:lnTo>
                  <a:lnTo>
                    <a:pt x="899893" y="45264"/>
                  </a:lnTo>
                  <a:cubicBezTo>
                    <a:pt x="1072536" y="254460"/>
                    <a:pt x="1176245" y="522655"/>
                    <a:pt x="1176245" y="815072"/>
                  </a:cubicBezTo>
                  <a:cubicBezTo>
                    <a:pt x="1176245" y="898620"/>
                    <a:pt x="1167779" y="980190"/>
                    <a:pt x="1151658" y="1058972"/>
                  </a:cubicBezTo>
                  <a:lnTo>
                    <a:pt x="1146685" y="1078314"/>
                  </a:lnTo>
                  <a:lnTo>
                    <a:pt x="1123382" y="1077138"/>
                  </a:lnTo>
                  <a:cubicBezTo>
                    <a:pt x="872739" y="1077138"/>
                    <a:pt x="639892" y="1153333"/>
                    <a:pt x="446741" y="1283823"/>
                  </a:cubicBezTo>
                  <a:lnTo>
                    <a:pt x="444679" y="1285364"/>
                  </a:lnTo>
                  <a:lnTo>
                    <a:pt x="436405" y="1262756"/>
                  </a:lnTo>
                  <a:cubicBezTo>
                    <a:pt x="359854" y="1081770"/>
                    <a:pt x="240530" y="923283"/>
                    <a:pt x="91104" y="799966"/>
                  </a:cubicBezTo>
                  <a:lnTo>
                    <a:pt x="0" y="731839"/>
                  </a:lnTo>
                  <a:close/>
                </a:path>
              </a:pathLst>
            </a:custGeom>
            <a:solidFill>
              <a:srgbClr val="F7931F">
                <a:lumMod val="75000"/>
                <a:alpha val="50000"/>
              </a:srgbClr>
            </a:solidFill>
            <a:ln w="57150" cap="flat" cmpd="sng" algn="ctr">
              <a:solidFill>
                <a:srgbClr val="F0EEE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A5ACF9C-0700-F67A-D60E-C9AC84C9905D}"/>
                </a:ext>
              </a:extLst>
            </p:cNvPr>
            <p:cNvSpPr/>
            <p:nvPr/>
          </p:nvSpPr>
          <p:spPr>
            <a:xfrm rot="5400000">
              <a:off x="6253554" y="3745221"/>
              <a:ext cx="289635" cy="292179"/>
            </a:xfrm>
            <a:custGeom>
              <a:avLst/>
              <a:gdLst>
                <a:gd name="connsiteX0" fmla="*/ 0 w 289634"/>
                <a:gd name="connsiteY0" fmla="*/ 186916 h 292179"/>
                <a:gd name="connsiteX1" fmla="*/ 36972 w 289634"/>
                <a:gd name="connsiteY1" fmla="*/ 146237 h 292179"/>
                <a:gd name="connsiteX2" fmla="*/ 122914 w 289634"/>
                <a:gd name="connsiteY2" fmla="*/ 68128 h 292179"/>
                <a:gd name="connsiteX3" fmla="*/ 214019 w 289634"/>
                <a:gd name="connsiteY3" fmla="*/ 0 h 292179"/>
                <a:gd name="connsiteX4" fmla="*/ 246440 w 289634"/>
                <a:gd name="connsiteY4" fmla="*/ 88581 h 292179"/>
                <a:gd name="connsiteX5" fmla="*/ 276262 w 289634"/>
                <a:gd name="connsiteY5" fmla="*/ 204561 h 292179"/>
                <a:gd name="connsiteX6" fmla="*/ 289634 w 289634"/>
                <a:gd name="connsiteY6" fmla="*/ 292179 h 292179"/>
                <a:gd name="connsiteX7" fmla="*/ 206443 w 289634"/>
                <a:gd name="connsiteY7" fmla="*/ 252105 h 292179"/>
                <a:gd name="connsiteX8" fmla="*/ 95254 w 289634"/>
                <a:gd name="connsiteY8" fmla="*/ 211409 h 292179"/>
                <a:gd name="connsiteX9" fmla="*/ 0 w 289634"/>
                <a:gd name="connsiteY9" fmla="*/ 186916 h 292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9634" h="292179">
                  <a:moveTo>
                    <a:pt x="0" y="186916"/>
                  </a:moveTo>
                  <a:lnTo>
                    <a:pt x="36972" y="146237"/>
                  </a:lnTo>
                  <a:cubicBezTo>
                    <a:pt x="64348" y="118861"/>
                    <a:pt x="93029" y="92791"/>
                    <a:pt x="122914" y="68128"/>
                  </a:cubicBezTo>
                  <a:lnTo>
                    <a:pt x="214019" y="0"/>
                  </a:lnTo>
                  <a:lnTo>
                    <a:pt x="246440" y="88581"/>
                  </a:lnTo>
                  <a:cubicBezTo>
                    <a:pt x="258227" y="126476"/>
                    <a:pt x="268201" y="165170"/>
                    <a:pt x="276262" y="204561"/>
                  </a:cubicBezTo>
                  <a:lnTo>
                    <a:pt x="289634" y="292179"/>
                  </a:lnTo>
                  <a:lnTo>
                    <a:pt x="206443" y="252105"/>
                  </a:lnTo>
                  <a:cubicBezTo>
                    <a:pt x="170246" y="236794"/>
                    <a:pt x="133149" y="223195"/>
                    <a:pt x="95254" y="211409"/>
                  </a:cubicBezTo>
                  <a:lnTo>
                    <a:pt x="0" y="186916"/>
                  </a:lnTo>
                  <a:close/>
                </a:path>
              </a:pathLst>
            </a:custGeom>
            <a:solidFill>
              <a:srgbClr val="3A5C84"/>
            </a:solidFill>
            <a:ln w="57150" cap="flat" cmpd="sng" algn="ctr">
              <a:solidFill>
                <a:srgbClr val="F0EEE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66293B0-11F1-0AFB-C160-30F3280678D5}"/>
                </a:ext>
              </a:extLst>
            </p:cNvPr>
            <p:cNvSpPr/>
            <p:nvPr/>
          </p:nvSpPr>
          <p:spPr>
            <a:xfrm rot="5400000">
              <a:off x="5648816" y="3745224"/>
              <a:ext cx="289631" cy="292177"/>
            </a:xfrm>
            <a:custGeom>
              <a:avLst/>
              <a:gdLst>
                <a:gd name="connsiteX0" fmla="*/ 0 w 289631"/>
                <a:gd name="connsiteY0" fmla="*/ 105262 h 292177"/>
                <a:gd name="connsiteX1" fmla="*/ 95251 w 289631"/>
                <a:gd name="connsiteY1" fmla="*/ 80771 h 292177"/>
                <a:gd name="connsiteX2" fmla="*/ 206440 w 289631"/>
                <a:gd name="connsiteY2" fmla="*/ 40075 h 292177"/>
                <a:gd name="connsiteX3" fmla="*/ 289631 w 289631"/>
                <a:gd name="connsiteY3" fmla="*/ 0 h 292177"/>
                <a:gd name="connsiteX4" fmla="*/ 276259 w 289631"/>
                <a:gd name="connsiteY4" fmla="*/ 87620 h 292177"/>
                <a:gd name="connsiteX5" fmla="*/ 246437 w 289631"/>
                <a:gd name="connsiteY5" fmla="*/ 203600 h 292177"/>
                <a:gd name="connsiteX6" fmla="*/ 214018 w 289631"/>
                <a:gd name="connsiteY6" fmla="*/ 292177 h 292177"/>
                <a:gd name="connsiteX7" fmla="*/ 122914 w 289631"/>
                <a:gd name="connsiteY7" fmla="*/ 224050 h 292177"/>
                <a:gd name="connsiteX8" fmla="*/ 36972 w 289631"/>
                <a:gd name="connsiteY8" fmla="*/ 145941 h 292177"/>
                <a:gd name="connsiteX9" fmla="*/ 0 w 289631"/>
                <a:gd name="connsiteY9" fmla="*/ 105262 h 29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9631" h="292177">
                  <a:moveTo>
                    <a:pt x="0" y="105262"/>
                  </a:moveTo>
                  <a:lnTo>
                    <a:pt x="95251" y="80771"/>
                  </a:lnTo>
                  <a:cubicBezTo>
                    <a:pt x="133146" y="68984"/>
                    <a:pt x="170243" y="55385"/>
                    <a:pt x="206440" y="40075"/>
                  </a:cubicBezTo>
                  <a:lnTo>
                    <a:pt x="289631" y="0"/>
                  </a:lnTo>
                  <a:lnTo>
                    <a:pt x="276259" y="87620"/>
                  </a:lnTo>
                  <a:cubicBezTo>
                    <a:pt x="268198" y="127011"/>
                    <a:pt x="258224" y="165705"/>
                    <a:pt x="246437" y="203600"/>
                  </a:cubicBezTo>
                  <a:lnTo>
                    <a:pt x="214018" y="292177"/>
                  </a:lnTo>
                  <a:lnTo>
                    <a:pt x="122914" y="224050"/>
                  </a:lnTo>
                  <a:cubicBezTo>
                    <a:pt x="93028" y="199386"/>
                    <a:pt x="64347" y="173316"/>
                    <a:pt x="36972" y="145941"/>
                  </a:cubicBezTo>
                  <a:lnTo>
                    <a:pt x="0" y="105262"/>
                  </a:lnTo>
                  <a:close/>
                </a:path>
              </a:pathLst>
            </a:custGeom>
            <a:solidFill>
              <a:srgbClr val="3A5C84"/>
            </a:solidFill>
            <a:ln w="57150" cap="flat" cmpd="sng" algn="ctr">
              <a:solidFill>
                <a:srgbClr val="F0EEE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FADE208-7C32-C4BE-E247-771600040C8E}"/>
                </a:ext>
              </a:extLst>
            </p:cNvPr>
            <p:cNvSpPr/>
            <p:nvPr/>
          </p:nvSpPr>
          <p:spPr>
            <a:xfrm rot="5400000">
              <a:off x="5979916" y="3995931"/>
              <a:ext cx="232168" cy="312562"/>
            </a:xfrm>
            <a:custGeom>
              <a:avLst/>
              <a:gdLst>
                <a:gd name="connsiteX0" fmla="*/ 0 w 232168"/>
                <a:gd name="connsiteY0" fmla="*/ 0 h 312562"/>
                <a:gd name="connsiteX1" fmla="*/ 22599 w 232168"/>
                <a:gd name="connsiteY1" fmla="*/ 10887 h 312562"/>
                <a:gd name="connsiteX2" fmla="*/ 215546 w 232168"/>
                <a:gd name="connsiteY2" fmla="*/ 141175 h 312562"/>
                <a:gd name="connsiteX3" fmla="*/ 232168 w 232168"/>
                <a:gd name="connsiteY3" fmla="*/ 156281 h 312562"/>
                <a:gd name="connsiteX4" fmla="*/ 215546 w 232168"/>
                <a:gd name="connsiteY4" fmla="*/ 171388 h 312562"/>
                <a:gd name="connsiteX5" fmla="*/ 22599 w 232168"/>
                <a:gd name="connsiteY5" fmla="*/ 301676 h 312562"/>
                <a:gd name="connsiteX6" fmla="*/ 0 w 232168"/>
                <a:gd name="connsiteY6" fmla="*/ 312562 h 312562"/>
                <a:gd name="connsiteX7" fmla="*/ 4967 w 232168"/>
                <a:gd name="connsiteY7" fmla="*/ 280019 h 312562"/>
                <a:gd name="connsiteX8" fmla="*/ 11215 w 232168"/>
                <a:gd name="connsiteY8" fmla="*/ 156282 h 312562"/>
                <a:gd name="connsiteX9" fmla="*/ 4967 w 232168"/>
                <a:gd name="connsiteY9" fmla="*/ 32545 h 312562"/>
                <a:gd name="connsiteX10" fmla="*/ 0 w 232168"/>
                <a:gd name="connsiteY10" fmla="*/ 0 h 312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168" h="312562">
                  <a:moveTo>
                    <a:pt x="0" y="0"/>
                  </a:moveTo>
                  <a:lnTo>
                    <a:pt x="22599" y="10887"/>
                  </a:lnTo>
                  <a:cubicBezTo>
                    <a:pt x="91190" y="48148"/>
                    <a:pt x="155777" y="91848"/>
                    <a:pt x="215546" y="141175"/>
                  </a:cubicBezTo>
                  <a:lnTo>
                    <a:pt x="232168" y="156281"/>
                  </a:lnTo>
                  <a:lnTo>
                    <a:pt x="215546" y="171388"/>
                  </a:lnTo>
                  <a:cubicBezTo>
                    <a:pt x="155777" y="220715"/>
                    <a:pt x="91190" y="264414"/>
                    <a:pt x="22599" y="301676"/>
                  </a:cubicBezTo>
                  <a:lnTo>
                    <a:pt x="0" y="312562"/>
                  </a:lnTo>
                  <a:lnTo>
                    <a:pt x="4967" y="280019"/>
                  </a:lnTo>
                  <a:cubicBezTo>
                    <a:pt x="9098" y="239335"/>
                    <a:pt x="11215" y="198056"/>
                    <a:pt x="11215" y="156282"/>
                  </a:cubicBezTo>
                  <a:cubicBezTo>
                    <a:pt x="11215" y="114508"/>
                    <a:pt x="9098" y="73228"/>
                    <a:pt x="4967" y="3254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A5C84"/>
            </a:solidFill>
            <a:ln w="57150" cap="flat" cmpd="sng" algn="ctr">
              <a:solidFill>
                <a:srgbClr val="F0EEE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513B53B-AB1E-F793-9B84-258C4156C8F7}"/>
                </a:ext>
              </a:extLst>
            </p:cNvPr>
            <p:cNvSpPr/>
            <p:nvPr/>
          </p:nvSpPr>
          <p:spPr>
            <a:xfrm rot="5400000">
              <a:off x="5372847" y="4335941"/>
              <a:ext cx="1446308" cy="1311018"/>
            </a:xfrm>
            <a:custGeom>
              <a:avLst/>
              <a:gdLst>
                <a:gd name="connsiteX0" fmla="*/ 0 w 1446307"/>
                <a:gd name="connsiteY0" fmla="*/ 655510 h 1311018"/>
                <a:gd name="connsiteX1" fmla="*/ 69320 w 1446307"/>
                <a:gd name="connsiteY1" fmla="*/ 592508 h 1311018"/>
                <a:gd name="connsiteX2" fmla="*/ 369374 w 1446307"/>
                <a:gd name="connsiteY2" fmla="*/ 96638 h 1311018"/>
                <a:gd name="connsiteX3" fmla="*/ 394223 w 1446307"/>
                <a:gd name="connsiteY3" fmla="*/ 0 h 1311018"/>
                <a:gd name="connsiteX4" fmla="*/ 494657 w 1446307"/>
                <a:gd name="connsiteY4" fmla="*/ 5072 h 1311018"/>
                <a:gd name="connsiteX5" fmla="*/ 1435068 w 1446307"/>
                <a:gd name="connsiteY5" fmla="*/ 632178 h 1311018"/>
                <a:gd name="connsiteX6" fmla="*/ 1446307 w 1446307"/>
                <a:gd name="connsiteY6" fmla="*/ 655508 h 1311018"/>
                <a:gd name="connsiteX7" fmla="*/ 1435067 w 1446307"/>
                <a:gd name="connsiteY7" fmla="*/ 678841 h 1311018"/>
                <a:gd name="connsiteX8" fmla="*/ 494658 w 1446307"/>
                <a:gd name="connsiteY8" fmla="*/ 1305947 h 1311018"/>
                <a:gd name="connsiteX9" fmla="*/ 394222 w 1446307"/>
                <a:gd name="connsiteY9" fmla="*/ 1311018 h 1311018"/>
                <a:gd name="connsiteX10" fmla="*/ 369374 w 1446307"/>
                <a:gd name="connsiteY10" fmla="*/ 1214383 h 1311018"/>
                <a:gd name="connsiteX11" fmla="*/ 69320 w 1446307"/>
                <a:gd name="connsiteY11" fmla="*/ 718513 h 1311018"/>
                <a:gd name="connsiteX12" fmla="*/ 0 w 1446307"/>
                <a:gd name="connsiteY12" fmla="*/ 655510 h 1311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46307" h="1311018">
                  <a:moveTo>
                    <a:pt x="0" y="655510"/>
                  </a:moveTo>
                  <a:lnTo>
                    <a:pt x="69320" y="592508"/>
                  </a:lnTo>
                  <a:cubicBezTo>
                    <a:pt x="206199" y="455629"/>
                    <a:pt x="310441" y="286115"/>
                    <a:pt x="369374" y="96638"/>
                  </a:cubicBezTo>
                  <a:lnTo>
                    <a:pt x="394223" y="0"/>
                  </a:lnTo>
                  <a:lnTo>
                    <a:pt x="494657" y="5072"/>
                  </a:lnTo>
                  <a:cubicBezTo>
                    <a:pt x="901496" y="46389"/>
                    <a:pt x="1248762" y="289219"/>
                    <a:pt x="1435068" y="632178"/>
                  </a:cubicBezTo>
                  <a:lnTo>
                    <a:pt x="1446307" y="655508"/>
                  </a:lnTo>
                  <a:lnTo>
                    <a:pt x="1435067" y="678841"/>
                  </a:lnTo>
                  <a:cubicBezTo>
                    <a:pt x="1248761" y="1021799"/>
                    <a:pt x="901496" y="1264630"/>
                    <a:pt x="494658" y="1305947"/>
                  </a:cubicBezTo>
                  <a:lnTo>
                    <a:pt x="394222" y="1311018"/>
                  </a:lnTo>
                  <a:lnTo>
                    <a:pt x="369374" y="1214383"/>
                  </a:lnTo>
                  <a:cubicBezTo>
                    <a:pt x="310441" y="1024906"/>
                    <a:pt x="206199" y="855391"/>
                    <a:pt x="69320" y="718513"/>
                  </a:cubicBezTo>
                  <a:lnTo>
                    <a:pt x="0" y="655510"/>
                  </a:lnTo>
                  <a:close/>
                </a:path>
              </a:pathLst>
            </a:custGeom>
            <a:solidFill>
              <a:srgbClr val="4CC1EF">
                <a:lumMod val="75000"/>
                <a:alpha val="50000"/>
              </a:srgbClr>
            </a:solidFill>
            <a:ln w="57150" cap="flat" cmpd="sng" algn="ctr">
              <a:solidFill>
                <a:srgbClr val="F0EEE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B3AC792-4435-3882-9A0E-266B58262E0E}"/>
                </a:ext>
              </a:extLst>
            </p:cNvPr>
            <p:cNvSpPr/>
            <p:nvPr/>
          </p:nvSpPr>
          <p:spPr>
            <a:xfrm rot="5400000">
              <a:off x="5561739" y="1086143"/>
              <a:ext cx="1068522" cy="2150066"/>
            </a:xfrm>
            <a:custGeom>
              <a:avLst/>
              <a:gdLst>
                <a:gd name="connsiteX0" fmla="*/ 0 w 1068521"/>
                <a:gd name="connsiteY0" fmla="*/ 1075033 h 2150066"/>
                <a:gd name="connsiteX1" fmla="*/ 633353 w 1068521"/>
                <a:gd name="connsiteY1" fmla="*/ 10886 h 2150066"/>
                <a:gd name="connsiteX2" fmla="*/ 655952 w 1068521"/>
                <a:gd name="connsiteY2" fmla="*/ 0 h 2150066"/>
                <a:gd name="connsiteX3" fmla="*/ 650985 w 1068521"/>
                <a:gd name="connsiteY3" fmla="*/ 32543 h 2150066"/>
                <a:gd name="connsiteX4" fmla="*/ 644737 w 1068521"/>
                <a:gd name="connsiteY4" fmla="*/ 156280 h 2150066"/>
                <a:gd name="connsiteX5" fmla="*/ 999200 w 1068521"/>
                <a:gd name="connsiteY5" fmla="*/ 1012030 h 2150066"/>
                <a:gd name="connsiteX6" fmla="*/ 1068521 w 1068521"/>
                <a:gd name="connsiteY6" fmla="*/ 1075032 h 2150066"/>
                <a:gd name="connsiteX7" fmla="*/ 999200 w 1068521"/>
                <a:gd name="connsiteY7" fmla="*/ 1138035 h 2150066"/>
                <a:gd name="connsiteX8" fmla="*/ 644737 w 1068521"/>
                <a:gd name="connsiteY8" fmla="*/ 1993785 h 2150066"/>
                <a:gd name="connsiteX9" fmla="*/ 650985 w 1068521"/>
                <a:gd name="connsiteY9" fmla="*/ 2117522 h 2150066"/>
                <a:gd name="connsiteX10" fmla="*/ 655952 w 1068521"/>
                <a:gd name="connsiteY10" fmla="*/ 2150066 h 2150066"/>
                <a:gd name="connsiteX11" fmla="*/ 633353 w 1068521"/>
                <a:gd name="connsiteY11" fmla="*/ 2139180 h 2150066"/>
                <a:gd name="connsiteX12" fmla="*/ 0 w 1068521"/>
                <a:gd name="connsiteY12" fmla="*/ 1075033 h 2150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8521" h="2150066">
                  <a:moveTo>
                    <a:pt x="0" y="1075033"/>
                  </a:moveTo>
                  <a:cubicBezTo>
                    <a:pt x="0" y="615520"/>
                    <a:pt x="256100" y="215823"/>
                    <a:pt x="633353" y="10886"/>
                  </a:cubicBezTo>
                  <a:lnTo>
                    <a:pt x="655952" y="0"/>
                  </a:lnTo>
                  <a:lnTo>
                    <a:pt x="650985" y="32543"/>
                  </a:lnTo>
                  <a:cubicBezTo>
                    <a:pt x="646854" y="73226"/>
                    <a:pt x="644737" y="114506"/>
                    <a:pt x="644737" y="156280"/>
                  </a:cubicBezTo>
                  <a:cubicBezTo>
                    <a:pt x="644737" y="490471"/>
                    <a:pt x="780195" y="793024"/>
                    <a:pt x="999200" y="1012030"/>
                  </a:cubicBezTo>
                  <a:lnTo>
                    <a:pt x="1068521" y="1075032"/>
                  </a:lnTo>
                  <a:lnTo>
                    <a:pt x="999200" y="1138035"/>
                  </a:lnTo>
                  <a:cubicBezTo>
                    <a:pt x="780195" y="1357041"/>
                    <a:pt x="644737" y="1659594"/>
                    <a:pt x="644737" y="1993785"/>
                  </a:cubicBezTo>
                  <a:cubicBezTo>
                    <a:pt x="644737" y="2035559"/>
                    <a:pt x="646854" y="2076838"/>
                    <a:pt x="650985" y="2117522"/>
                  </a:cubicBezTo>
                  <a:lnTo>
                    <a:pt x="655952" y="2150066"/>
                  </a:lnTo>
                  <a:lnTo>
                    <a:pt x="633353" y="2139180"/>
                  </a:lnTo>
                  <a:cubicBezTo>
                    <a:pt x="256100" y="1934243"/>
                    <a:pt x="0" y="1534545"/>
                    <a:pt x="0" y="1075033"/>
                  </a:cubicBezTo>
                  <a:close/>
                </a:path>
              </a:pathLst>
            </a:custGeom>
            <a:solidFill>
              <a:srgbClr val="3A5C84">
                <a:alpha val="50000"/>
              </a:srgbClr>
            </a:solidFill>
            <a:ln w="57150" cap="flat" cmpd="sng" algn="ctr">
              <a:solidFill>
                <a:srgbClr val="F0EEE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76B2AD1-7923-0C09-EABD-82A42A7266EC}"/>
                </a:ext>
              </a:extLst>
            </p:cNvPr>
            <p:cNvSpPr/>
            <p:nvPr/>
          </p:nvSpPr>
          <p:spPr>
            <a:xfrm rot="5400000">
              <a:off x="6615617" y="2765239"/>
              <a:ext cx="2091720" cy="1126981"/>
            </a:xfrm>
            <a:custGeom>
              <a:avLst/>
              <a:gdLst>
                <a:gd name="connsiteX0" fmla="*/ 0 w 2091718"/>
                <a:gd name="connsiteY0" fmla="*/ 1053934 h 1126981"/>
                <a:gd name="connsiteX1" fmla="*/ 13372 w 2091718"/>
                <a:gd name="connsiteY1" fmla="*/ 966314 h 1126981"/>
                <a:gd name="connsiteX2" fmla="*/ 1198998 w 2091718"/>
                <a:gd name="connsiteY2" fmla="*/ 0 h 1126981"/>
                <a:gd name="connsiteX3" fmla="*/ 2054747 w 2091718"/>
                <a:gd name="connsiteY3" fmla="*/ 354463 h 1126981"/>
                <a:gd name="connsiteX4" fmla="*/ 2091718 w 2091718"/>
                <a:gd name="connsiteY4" fmla="*/ 395142 h 1126981"/>
                <a:gd name="connsiteX5" fmla="*/ 1996468 w 2091718"/>
                <a:gd name="connsiteY5" fmla="*/ 419634 h 1126981"/>
                <a:gd name="connsiteX6" fmla="*/ 1241240 w 2091718"/>
                <a:gd name="connsiteY6" fmla="*/ 1104369 h 1126981"/>
                <a:gd name="connsiteX7" fmla="*/ 1232964 w 2091718"/>
                <a:gd name="connsiteY7" fmla="*/ 1126981 h 1126981"/>
                <a:gd name="connsiteX8" fmla="*/ 1230902 w 2091718"/>
                <a:gd name="connsiteY8" fmla="*/ 1125439 h 1126981"/>
                <a:gd name="connsiteX9" fmla="*/ 554260 w 2091718"/>
                <a:gd name="connsiteY9" fmla="*/ 918754 h 1126981"/>
                <a:gd name="connsiteX10" fmla="*/ 83191 w 2091718"/>
                <a:gd name="connsiteY10" fmla="*/ 1013859 h 1126981"/>
                <a:gd name="connsiteX11" fmla="*/ 0 w 2091718"/>
                <a:gd name="connsiteY11" fmla="*/ 1053934 h 1126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91718" h="1126981">
                  <a:moveTo>
                    <a:pt x="0" y="1053934"/>
                  </a:moveTo>
                  <a:lnTo>
                    <a:pt x="13372" y="966314"/>
                  </a:lnTo>
                  <a:cubicBezTo>
                    <a:pt x="126220" y="414840"/>
                    <a:pt x="614163" y="0"/>
                    <a:pt x="1198998" y="0"/>
                  </a:cubicBezTo>
                  <a:cubicBezTo>
                    <a:pt x="1533189" y="0"/>
                    <a:pt x="1835742" y="135458"/>
                    <a:pt x="2054747" y="354463"/>
                  </a:cubicBezTo>
                  <a:lnTo>
                    <a:pt x="2091718" y="395142"/>
                  </a:lnTo>
                  <a:lnTo>
                    <a:pt x="1996468" y="419634"/>
                  </a:lnTo>
                  <a:cubicBezTo>
                    <a:pt x="1655409" y="525714"/>
                    <a:pt x="1379030" y="778596"/>
                    <a:pt x="1241240" y="1104369"/>
                  </a:cubicBezTo>
                  <a:lnTo>
                    <a:pt x="1232964" y="1126981"/>
                  </a:lnTo>
                  <a:lnTo>
                    <a:pt x="1230902" y="1125439"/>
                  </a:lnTo>
                  <a:cubicBezTo>
                    <a:pt x="1037750" y="994949"/>
                    <a:pt x="804904" y="918754"/>
                    <a:pt x="554260" y="918754"/>
                  </a:cubicBezTo>
                  <a:cubicBezTo>
                    <a:pt x="387165" y="918754"/>
                    <a:pt x="227979" y="952618"/>
                    <a:pt x="83191" y="1013859"/>
                  </a:cubicBezTo>
                  <a:lnTo>
                    <a:pt x="0" y="1053934"/>
                  </a:lnTo>
                  <a:close/>
                </a:path>
              </a:pathLst>
            </a:custGeom>
            <a:solidFill>
              <a:srgbClr val="F7931F">
                <a:alpha val="50000"/>
              </a:srgbClr>
            </a:solidFill>
            <a:ln w="57150" cap="flat" cmpd="sng" algn="ctr">
              <a:solidFill>
                <a:srgbClr val="F0EEE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2174518-9F41-6541-4F13-0090333AADFE}"/>
                </a:ext>
              </a:extLst>
            </p:cNvPr>
            <p:cNvSpPr/>
            <p:nvPr/>
          </p:nvSpPr>
          <p:spPr>
            <a:xfrm rot="5400000">
              <a:off x="3484665" y="2765240"/>
              <a:ext cx="2091718" cy="1126978"/>
            </a:xfrm>
            <a:custGeom>
              <a:avLst/>
              <a:gdLst>
                <a:gd name="connsiteX0" fmla="*/ 0 w 2091717"/>
                <a:gd name="connsiteY0" fmla="*/ 73046 h 1126978"/>
                <a:gd name="connsiteX1" fmla="*/ 83191 w 2091717"/>
                <a:gd name="connsiteY1" fmla="*/ 113121 h 1126978"/>
                <a:gd name="connsiteX2" fmla="*/ 554260 w 2091717"/>
                <a:gd name="connsiteY2" fmla="*/ 208226 h 1126978"/>
                <a:gd name="connsiteX3" fmla="*/ 1230902 w 2091717"/>
                <a:gd name="connsiteY3" fmla="*/ 1541 h 1126978"/>
                <a:gd name="connsiteX4" fmla="*/ 1232962 w 2091717"/>
                <a:gd name="connsiteY4" fmla="*/ 0 h 1126978"/>
                <a:gd name="connsiteX5" fmla="*/ 1241238 w 2091717"/>
                <a:gd name="connsiteY5" fmla="*/ 22610 h 1126978"/>
                <a:gd name="connsiteX6" fmla="*/ 1996465 w 2091717"/>
                <a:gd name="connsiteY6" fmla="*/ 707345 h 1126978"/>
                <a:gd name="connsiteX7" fmla="*/ 2091717 w 2091717"/>
                <a:gd name="connsiteY7" fmla="*/ 731837 h 1126978"/>
                <a:gd name="connsiteX8" fmla="*/ 2054746 w 2091717"/>
                <a:gd name="connsiteY8" fmla="*/ 772515 h 1126978"/>
                <a:gd name="connsiteX9" fmla="*/ 1198998 w 2091717"/>
                <a:gd name="connsiteY9" fmla="*/ 1126978 h 1126978"/>
                <a:gd name="connsiteX10" fmla="*/ 13372 w 2091717"/>
                <a:gd name="connsiteY10" fmla="*/ 160665 h 1126978"/>
                <a:gd name="connsiteX11" fmla="*/ 0 w 2091717"/>
                <a:gd name="connsiteY11" fmla="*/ 73046 h 1126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91717" h="1126978">
                  <a:moveTo>
                    <a:pt x="0" y="73046"/>
                  </a:moveTo>
                  <a:lnTo>
                    <a:pt x="83191" y="113121"/>
                  </a:lnTo>
                  <a:cubicBezTo>
                    <a:pt x="227979" y="174361"/>
                    <a:pt x="387165" y="208226"/>
                    <a:pt x="554260" y="208226"/>
                  </a:cubicBezTo>
                  <a:cubicBezTo>
                    <a:pt x="804904" y="208226"/>
                    <a:pt x="1037750" y="132031"/>
                    <a:pt x="1230902" y="1541"/>
                  </a:cubicBezTo>
                  <a:lnTo>
                    <a:pt x="1232962" y="0"/>
                  </a:lnTo>
                  <a:lnTo>
                    <a:pt x="1241238" y="22610"/>
                  </a:lnTo>
                  <a:cubicBezTo>
                    <a:pt x="1379028" y="348383"/>
                    <a:pt x="1655407" y="601265"/>
                    <a:pt x="1996465" y="707345"/>
                  </a:cubicBezTo>
                  <a:lnTo>
                    <a:pt x="2091717" y="731837"/>
                  </a:lnTo>
                  <a:lnTo>
                    <a:pt x="2054746" y="772515"/>
                  </a:lnTo>
                  <a:cubicBezTo>
                    <a:pt x="1835742" y="991520"/>
                    <a:pt x="1533189" y="1126978"/>
                    <a:pt x="1198998" y="1126978"/>
                  </a:cubicBezTo>
                  <a:cubicBezTo>
                    <a:pt x="614163" y="1126978"/>
                    <a:pt x="126220" y="712138"/>
                    <a:pt x="13372" y="160665"/>
                  </a:cubicBezTo>
                  <a:lnTo>
                    <a:pt x="0" y="73046"/>
                  </a:lnTo>
                  <a:close/>
                </a:path>
              </a:pathLst>
            </a:custGeom>
            <a:solidFill>
              <a:srgbClr val="A2B969">
                <a:alpha val="50000"/>
              </a:srgbClr>
            </a:solidFill>
            <a:ln w="57150" cap="flat" cmpd="sng" algn="ctr">
              <a:solidFill>
                <a:srgbClr val="F0EEE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BEC1053-48A6-F119-854D-BACFF5FB2769}"/>
                </a:ext>
              </a:extLst>
            </p:cNvPr>
            <p:cNvSpPr/>
            <p:nvPr/>
          </p:nvSpPr>
          <p:spPr>
            <a:xfrm rot="5400000">
              <a:off x="5661805" y="2839351"/>
              <a:ext cx="868392" cy="580568"/>
            </a:xfrm>
            <a:custGeom>
              <a:avLst/>
              <a:gdLst>
                <a:gd name="connsiteX0" fmla="*/ 0 w 868392"/>
                <a:gd name="connsiteY0" fmla="*/ 290284 h 580568"/>
                <a:gd name="connsiteX1" fmla="*/ 16621 w 868392"/>
                <a:gd name="connsiteY1" fmla="*/ 275178 h 580568"/>
                <a:gd name="connsiteX2" fmla="*/ 662691 w 868392"/>
                <a:gd name="connsiteY2" fmla="*/ 5072 h 580568"/>
                <a:gd name="connsiteX3" fmla="*/ 763128 w 868392"/>
                <a:gd name="connsiteY3" fmla="*/ 0 h 580568"/>
                <a:gd name="connsiteX4" fmla="*/ 787976 w 868392"/>
                <a:gd name="connsiteY4" fmla="*/ 96636 h 580568"/>
                <a:gd name="connsiteX5" fmla="*/ 828671 w 868392"/>
                <a:gd name="connsiteY5" fmla="*/ 207825 h 580568"/>
                <a:gd name="connsiteX6" fmla="*/ 868392 w 868392"/>
                <a:gd name="connsiteY6" fmla="*/ 290280 h 580568"/>
                <a:gd name="connsiteX7" fmla="*/ 828669 w 868392"/>
                <a:gd name="connsiteY7" fmla="*/ 372742 h 580568"/>
                <a:gd name="connsiteX8" fmla="*/ 787973 w 868392"/>
                <a:gd name="connsiteY8" fmla="*/ 483931 h 580568"/>
                <a:gd name="connsiteX9" fmla="*/ 763124 w 868392"/>
                <a:gd name="connsiteY9" fmla="*/ 580568 h 580568"/>
                <a:gd name="connsiteX10" fmla="*/ 662691 w 868392"/>
                <a:gd name="connsiteY10" fmla="*/ 575497 h 580568"/>
                <a:gd name="connsiteX11" fmla="*/ 16621 w 868392"/>
                <a:gd name="connsiteY11" fmla="*/ 305391 h 580568"/>
                <a:gd name="connsiteX12" fmla="*/ 0 w 868392"/>
                <a:gd name="connsiteY12" fmla="*/ 290284 h 580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8392" h="580568">
                  <a:moveTo>
                    <a:pt x="0" y="290284"/>
                  </a:moveTo>
                  <a:lnTo>
                    <a:pt x="16621" y="275178"/>
                  </a:lnTo>
                  <a:cubicBezTo>
                    <a:pt x="195932" y="127197"/>
                    <a:pt x="418588" y="29862"/>
                    <a:pt x="662691" y="5072"/>
                  </a:cubicBezTo>
                  <a:lnTo>
                    <a:pt x="763128" y="0"/>
                  </a:lnTo>
                  <a:lnTo>
                    <a:pt x="787976" y="96636"/>
                  </a:lnTo>
                  <a:cubicBezTo>
                    <a:pt x="799762" y="134531"/>
                    <a:pt x="813361" y="171628"/>
                    <a:pt x="828671" y="207825"/>
                  </a:cubicBezTo>
                  <a:lnTo>
                    <a:pt x="868392" y="290280"/>
                  </a:lnTo>
                  <a:lnTo>
                    <a:pt x="828669" y="372742"/>
                  </a:lnTo>
                  <a:cubicBezTo>
                    <a:pt x="813358" y="408939"/>
                    <a:pt x="799759" y="446036"/>
                    <a:pt x="787973" y="483931"/>
                  </a:cubicBezTo>
                  <a:lnTo>
                    <a:pt x="763124" y="580568"/>
                  </a:lnTo>
                  <a:lnTo>
                    <a:pt x="662691" y="575497"/>
                  </a:lnTo>
                  <a:cubicBezTo>
                    <a:pt x="418588" y="550707"/>
                    <a:pt x="195932" y="453371"/>
                    <a:pt x="16621" y="305391"/>
                  </a:cubicBezTo>
                  <a:lnTo>
                    <a:pt x="0" y="290284"/>
                  </a:lnTo>
                  <a:close/>
                </a:path>
              </a:pathLst>
            </a:custGeom>
            <a:solidFill>
              <a:srgbClr val="A2B969">
                <a:lumMod val="50000"/>
                <a:alpha val="50000"/>
              </a:srgbClr>
            </a:solidFill>
            <a:ln w="57150" cap="flat" cmpd="sng" algn="ctr">
              <a:solidFill>
                <a:srgbClr val="F0EEE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8AE170D-4B49-5B2E-47F1-C5126D6DDAC5}"/>
                </a:ext>
              </a:extLst>
            </p:cNvPr>
            <p:cNvSpPr/>
            <p:nvPr/>
          </p:nvSpPr>
          <p:spPr>
            <a:xfrm rot="5400000">
              <a:off x="5198481" y="3324536"/>
              <a:ext cx="531513" cy="740445"/>
            </a:xfrm>
            <a:custGeom>
              <a:avLst/>
              <a:gdLst>
                <a:gd name="connsiteX0" fmla="*/ 0 w 531513"/>
                <a:gd name="connsiteY0" fmla="*/ 291985 h 740445"/>
                <a:gd name="connsiteX1" fmla="*/ 24588 w 531513"/>
                <a:gd name="connsiteY1" fmla="*/ 48085 h 740445"/>
                <a:gd name="connsiteX2" fmla="*/ 29561 w 531513"/>
                <a:gd name="connsiteY2" fmla="*/ 28741 h 740445"/>
                <a:gd name="connsiteX3" fmla="*/ 52866 w 531513"/>
                <a:gd name="connsiteY3" fmla="*/ 29918 h 740445"/>
                <a:gd name="connsiteX4" fmla="*/ 296766 w 531513"/>
                <a:gd name="connsiteY4" fmla="*/ 5331 h 740445"/>
                <a:gd name="connsiteX5" fmla="*/ 317495 w 531513"/>
                <a:gd name="connsiteY5" fmla="*/ 0 h 740445"/>
                <a:gd name="connsiteX6" fmla="*/ 354467 w 531513"/>
                <a:gd name="connsiteY6" fmla="*/ 40679 h 740445"/>
                <a:gd name="connsiteX7" fmla="*/ 440409 w 531513"/>
                <a:gd name="connsiteY7" fmla="*/ 118788 h 740445"/>
                <a:gd name="connsiteX8" fmla="*/ 531513 w 531513"/>
                <a:gd name="connsiteY8" fmla="*/ 186915 h 740445"/>
                <a:gd name="connsiteX9" fmla="*/ 523237 w 531513"/>
                <a:gd name="connsiteY9" fmla="*/ 209527 h 740445"/>
                <a:gd name="connsiteX10" fmla="*/ 177936 w 531513"/>
                <a:gd name="connsiteY10" fmla="*/ 672317 h 740445"/>
                <a:gd name="connsiteX11" fmla="*/ 86830 w 531513"/>
                <a:gd name="connsiteY11" fmla="*/ 740445 h 740445"/>
                <a:gd name="connsiteX12" fmla="*/ 54410 w 531513"/>
                <a:gd name="connsiteY12" fmla="*/ 651866 h 740445"/>
                <a:gd name="connsiteX13" fmla="*/ 0 w 531513"/>
                <a:gd name="connsiteY13" fmla="*/ 291985 h 740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31513" h="740445">
                  <a:moveTo>
                    <a:pt x="0" y="291985"/>
                  </a:moveTo>
                  <a:cubicBezTo>
                    <a:pt x="0" y="208437"/>
                    <a:pt x="8467" y="126866"/>
                    <a:pt x="24588" y="48085"/>
                  </a:cubicBezTo>
                  <a:lnTo>
                    <a:pt x="29561" y="28741"/>
                  </a:lnTo>
                  <a:lnTo>
                    <a:pt x="52866" y="29918"/>
                  </a:lnTo>
                  <a:cubicBezTo>
                    <a:pt x="136413" y="29918"/>
                    <a:pt x="217984" y="21452"/>
                    <a:pt x="296766" y="5331"/>
                  </a:cubicBezTo>
                  <a:lnTo>
                    <a:pt x="317495" y="0"/>
                  </a:lnTo>
                  <a:lnTo>
                    <a:pt x="354467" y="40679"/>
                  </a:lnTo>
                  <a:cubicBezTo>
                    <a:pt x="381842" y="68054"/>
                    <a:pt x="410523" y="94124"/>
                    <a:pt x="440409" y="118788"/>
                  </a:cubicBezTo>
                  <a:lnTo>
                    <a:pt x="531513" y="186915"/>
                  </a:lnTo>
                  <a:lnTo>
                    <a:pt x="523237" y="209527"/>
                  </a:lnTo>
                  <a:cubicBezTo>
                    <a:pt x="446686" y="390512"/>
                    <a:pt x="327362" y="549000"/>
                    <a:pt x="177936" y="672317"/>
                  </a:cubicBezTo>
                  <a:lnTo>
                    <a:pt x="86830" y="740445"/>
                  </a:lnTo>
                  <a:lnTo>
                    <a:pt x="54410" y="651866"/>
                  </a:lnTo>
                  <a:cubicBezTo>
                    <a:pt x="19049" y="538179"/>
                    <a:pt x="0" y="417307"/>
                    <a:pt x="0" y="291985"/>
                  </a:cubicBezTo>
                  <a:close/>
                </a:path>
              </a:pathLst>
            </a:custGeom>
            <a:solidFill>
              <a:srgbClr val="FFCC4C">
                <a:lumMod val="50000"/>
                <a:alpha val="50000"/>
              </a:srgbClr>
            </a:solidFill>
            <a:ln w="57150" cap="flat" cmpd="sng" algn="ctr">
              <a:solidFill>
                <a:srgbClr val="F0EEE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EE6DF07-932E-02BC-EEAF-ECE7595AA805}"/>
                </a:ext>
              </a:extLst>
            </p:cNvPr>
            <p:cNvSpPr/>
            <p:nvPr/>
          </p:nvSpPr>
          <p:spPr>
            <a:xfrm rot="5400000">
              <a:off x="6462014" y="3324540"/>
              <a:ext cx="531509" cy="740441"/>
            </a:xfrm>
            <a:custGeom>
              <a:avLst/>
              <a:gdLst>
                <a:gd name="connsiteX0" fmla="*/ 0 w 531507"/>
                <a:gd name="connsiteY0" fmla="*/ 448457 h 740441"/>
                <a:gd name="connsiteX1" fmla="*/ 54409 w 531507"/>
                <a:gd name="connsiteY1" fmla="*/ 88577 h 740441"/>
                <a:gd name="connsiteX2" fmla="*/ 86828 w 531507"/>
                <a:gd name="connsiteY2" fmla="*/ 0 h 740441"/>
                <a:gd name="connsiteX3" fmla="*/ 177932 w 531507"/>
                <a:gd name="connsiteY3" fmla="*/ 68127 h 740441"/>
                <a:gd name="connsiteX4" fmla="*/ 523233 w 531507"/>
                <a:gd name="connsiteY4" fmla="*/ 530917 h 740441"/>
                <a:gd name="connsiteX5" fmla="*/ 531507 w 531507"/>
                <a:gd name="connsiteY5" fmla="*/ 553525 h 740441"/>
                <a:gd name="connsiteX6" fmla="*/ 440402 w 531507"/>
                <a:gd name="connsiteY6" fmla="*/ 621653 h 740441"/>
                <a:gd name="connsiteX7" fmla="*/ 354460 w 531507"/>
                <a:gd name="connsiteY7" fmla="*/ 699762 h 740441"/>
                <a:gd name="connsiteX8" fmla="*/ 317488 w 531507"/>
                <a:gd name="connsiteY8" fmla="*/ 740441 h 740441"/>
                <a:gd name="connsiteX9" fmla="*/ 296762 w 531507"/>
                <a:gd name="connsiteY9" fmla="*/ 735112 h 740441"/>
                <a:gd name="connsiteX10" fmla="*/ 52862 w 531507"/>
                <a:gd name="connsiteY10" fmla="*/ 710525 h 740441"/>
                <a:gd name="connsiteX11" fmla="*/ 29561 w 531507"/>
                <a:gd name="connsiteY11" fmla="*/ 711701 h 740441"/>
                <a:gd name="connsiteX12" fmla="*/ 24587 w 531507"/>
                <a:gd name="connsiteY12" fmla="*/ 692357 h 740441"/>
                <a:gd name="connsiteX13" fmla="*/ 0 w 531507"/>
                <a:gd name="connsiteY13" fmla="*/ 448457 h 740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31507" h="740441">
                  <a:moveTo>
                    <a:pt x="0" y="448457"/>
                  </a:moveTo>
                  <a:cubicBezTo>
                    <a:pt x="0" y="323135"/>
                    <a:pt x="19048" y="202263"/>
                    <a:pt x="54409" y="88577"/>
                  </a:cubicBezTo>
                  <a:lnTo>
                    <a:pt x="86828" y="0"/>
                  </a:lnTo>
                  <a:lnTo>
                    <a:pt x="177932" y="68127"/>
                  </a:lnTo>
                  <a:cubicBezTo>
                    <a:pt x="327358" y="191444"/>
                    <a:pt x="446682" y="349931"/>
                    <a:pt x="523233" y="530917"/>
                  </a:cubicBezTo>
                  <a:lnTo>
                    <a:pt x="531507" y="553525"/>
                  </a:lnTo>
                  <a:lnTo>
                    <a:pt x="440402" y="621653"/>
                  </a:lnTo>
                  <a:cubicBezTo>
                    <a:pt x="410517" y="646316"/>
                    <a:pt x="381836" y="672386"/>
                    <a:pt x="354460" y="699762"/>
                  </a:cubicBezTo>
                  <a:lnTo>
                    <a:pt x="317488" y="740441"/>
                  </a:lnTo>
                  <a:lnTo>
                    <a:pt x="296762" y="735112"/>
                  </a:lnTo>
                  <a:cubicBezTo>
                    <a:pt x="217980" y="718991"/>
                    <a:pt x="136409" y="710525"/>
                    <a:pt x="52862" y="710525"/>
                  </a:cubicBezTo>
                  <a:lnTo>
                    <a:pt x="29561" y="711701"/>
                  </a:lnTo>
                  <a:lnTo>
                    <a:pt x="24587" y="692357"/>
                  </a:lnTo>
                  <a:cubicBezTo>
                    <a:pt x="8466" y="613575"/>
                    <a:pt x="0" y="532005"/>
                    <a:pt x="0" y="448457"/>
                  </a:cubicBezTo>
                  <a:close/>
                </a:path>
              </a:pathLst>
            </a:custGeom>
            <a:solidFill>
              <a:srgbClr val="3A5C84">
                <a:lumMod val="50000"/>
                <a:alpha val="50000"/>
              </a:srgbClr>
            </a:solidFill>
            <a:ln w="57150" cap="flat" cmpd="sng" algn="ctr">
              <a:solidFill>
                <a:srgbClr val="F0EEE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68B93E1-2659-8E5A-4CB9-199248E94227}"/>
                </a:ext>
              </a:extLst>
            </p:cNvPr>
            <p:cNvSpPr/>
            <p:nvPr/>
          </p:nvSpPr>
          <p:spPr>
            <a:xfrm rot="5400000">
              <a:off x="5854247" y="3544044"/>
              <a:ext cx="483512" cy="523087"/>
            </a:xfrm>
            <a:custGeom>
              <a:avLst/>
              <a:gdLst>
                <a:gd name="connsiteX0" fmla="*/ 0 w 483512"/>
                <a:gd name="connsiteY0" fmla="*/ 261540 h 523087"/>
                <a:gd name="connsiteX1" fmla="*/ 11238 w 483512"/>
                <a:gd name="connsiteY1" fmla="*/ 238212 h 523087"/>
                <a:gd name="connsiteX2" fmla="*/ 141526 w 483512"/>
                <a:gd name="connsiteY2" fmla="*/ 45263 h 523087"/>
                <a:gd name="connsiteX3" fmla="*/ 182663 w 483512"/>
                <a:gd name="connsiteY3" fmla="*/ 0 h 523087"/>
                <a:gd name="connsiteX4" fmla="*/ 277917 w 483512"/>
                <a:gd name="connsiteY4" fmla="*/ 24493 h 523087"/>
                <a:gd name="connsiteX5" fmla="*/ 389106 w 483512"/>
                <a:gd name="connsiteY5" fmla="*/ 65189 h 523087"/>
                <a:gd name="connsiteX6" fmla="*/ 472297 w 483512"/>
                <a:gd name="connsiteY6" fmla="*/ 105263 h 523087"/>
                <a:gd name="connsiteX7" fmla="*/ 477264 w 483512"/>
                <a:gd name="connsiteY7" fmla="*/ 137808 h 523087"/>
                <a:gd name="connsiteX8" fmla="*/ 483512 w 483512"/>
                <a:gd name="connsiteY8" fmla="*/ 261545 h 523087"/>
                <a:gd name="connsiteX9" fmla="*/ 477264 w 483512"/>
                <a:gd name="connsiteY9" fmla="*/ 385282 h 523087"/>
                <a:gd name="connsiteX10" fmla="*/ 472297 w 483512"/>
                <a:gd name="connsiteY10" fmla="*/ 417825 h 523087"/>
                <a:gd name="connsiteX11" fmla="*/ 389106 w 483512"/>
                <a:gd name="connsiteY11" fmla="*/ 457900 h 523087"/>
                <a:gd name="connsiteX12" fmla="*/ 277917 w 483512"/>
                <a:gd name="connsiteY12" fmla="*/ 498596 h 523087"/>
                <a:gd name="connsiteX13" fmla="*/ 182666 w 483512"/>
                <a:gd name="connsiteY13" fmla="*/ 523087 h 523087"/>
                <a:gd name="connsiteX14" fmla="*/ 141528 w 483512"/>
                <a:gd name="connsiteY14" fmla="*/ 477824 h 523087"/>
                <a:gd name="connsiteX15" fmla="*/ 11241 w 483512"/>
                <a:gd name="connsiteY15" fmla="*/ 284875 h 523087"/>
                <a:gd name="connsiteX16" fmla="*/ 0 w 483512"/>
                <a:gd name="connsiteY16" fmla="*/ 261540 h 523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83512" h="523087">
                  <a:moveTo>
                    <a:pt x="0" y="261540"/>
                  </a:moveTo>
                  <a:lnTo>
                    <a:pt x="11238" y="238212"/>
                  </a:lnTo>
                  <a:cubicBezTo>
                    <a:pt x="48499" y="169620"/>
                    <a:pt x="92199" y="105034"/>
                    <a:pt x="141526" y="45263"/>
                  </a:cubicBezTo>
                  <a:lnTo>
                    <a:pt x="182663" y="0"/>
                  </a:lnTo>
                  <a:lnTo>
                    <a:pt x="277917" y="24493"/>
                  </a:lnTo>
                  <a:cubicBezTo>
                    <a:pt x="315812" y="36279"/>
                    <a:pt x="352909" y="49878"/>
                    <a:pt x="389106" y="65189"/>
                  </a:cubicBezTo>
                  <a:lnTo>
                    <a:pt x="472297" y="105263"/>
                  </a:lnTo>
                  <a:lnTo>
                    <a:pt x="477264" y="137808"/>
                  </a:lnTo>
                  <a:cubicBezTo>
                    <a:pt x="481395" y="178491"/>
                    <a:pt x="483512" y="219771"/>
                    <a:pt x="483512" y="261545"/>
                  </a:cubicBezTo>
                  <a:cubicBezTo>
                    <a:pt x="483512" y="303319"/>
                    <a:pt x="481395" y="344598"/>
                    <a:pt x="477264" y="385282"/>
                  </a:cubicBezTo>
                  <a:lnTo>
                    <a:pt x="472297" y="417825"/>
                  </a:lnTo>
                  <a:lnTo>
                    <a:pt x="389106" y="457900"/>
                  </a:lnTo>
                  <a:cubicBezTo>
                    <a:pt x="352909" y="473210"/>
                    <a:pt x="315812" y="486809"/>
                    <a:pt x="277917" y="498596"/>
                  </a:cubicBezTo>
                  <a:lnTo>
                    <a:pt x="182666" y="523087"/>
                  </a:lnTo>
                  <a:lnTo>
                    <a:pt x="141528" y="477824"/>
                  </a:lnTo>
                  <a:cubicBezTo>
                    <a:pt x="92201" y="418053"/>
                    <a:pt x="48502" y="353467"/>
                    <a:pt x="11241" y="284875"/>
                  </a:cubicBezTo>
                  <a:lnTo>
                    <a:pt x="0" y="261540"/>
                  </a:lnTo>
                  <a:close/>
                </a:path>
              </a:pathLst>
            </a:custGeom>
            <a:solidFill>
              <a:srgbClr val="3A5C84"/>
            </a:solidFill>
            <a:ln w="57150" cap="flat" cmpd="sng" algn="ctr">
              <a:solidFill>
                <a:srgbClr val="F0EEE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FF61792-BDCD-B2F1-5E57-541B4D1FF522}"/>
                </a:ext>
              </a:extLst>
            </p:cNvPr>
            <p:cNvSpPr/>
            <p:nvPr/>
          </p:nvSpPr>
          <p:spPr>
            <a:xfrm rot="5400000">
              <a:off x="6073342" y="3983172"/>
              <a:ext cx="702006" cy="656686"/>
            </a:xfrm>
            <a:custGeom>
              <a:avLst/>
              <a:gdLst>
                <a:gd name="connsiteX0" fmla="*/ 0 w 702006"/>
                <a:gd name="connsiteY0" fmla="*/ 208226 h 656686"/>
                <a:gd name="connsiteX1" fmla="*/ 2062 w 702006"/>
                <a:gd name="connsiteY1" fmla="*/ 206685 h 656686"/>
                <a:gd name="connsiteX2" fmla="*/ 678703 w 702006"/>
                <a:gd name="connsiteY2" fmla="*/ 0 h 656686"/>
                <a:gd name="connsiteX3" fmla="*/ 702006 w 702006"/>
                <a:gd name="connsiteY3" fmla="*/ 1176 h 656686"/>
                <a:gd name="connsiteX4" fmla="*/ 677157 w 702006"/>
                <a:gd name="connsiteY4" fmla="*/ 97814 h 656686"/>
                <a:gd name="connsiteX5" fmla="*/ 377103 w 702006"/>
                <a:gd name="connsiteY5" fmla="*/ 593684 h 656686"/>
                <a:gd name="connsiteX6" fmla="*/ 307783 w 702006"/>
                <a:gd name="connsiteY6" fmla="*/ 656686 h 656686"/>
                <a:gd name="connsiteX7" fmla="*/ 291161 w 702006"/>
                <a:gd name="connsiteY7" fmla="*/ 641580 h 656686"/>
                <a:gd name="connsiteX8" fmla="*/ 98214 w 702006"/>
                <a:gd name="connsiteY8" fmla="*/ 511292 h 656686"/>
                <a:gd name="connsiteX9" fmla="*/ 75615 w 702006"/>
                <a:gd name="connsiteY9" fmla="*/ 500405 h 656686"/>
                <a:gd name="connsiteX10" fmla="*/ 62243 w 702006"/>
                <a:gd name="connsiteY10" fmla="*/ 412787 h 656686"/>
                <a:gd name="connsiteX11" fmla="*/ 32421 w 702006"/>
                <a:gd name="connsiteY11" fmla="*/ 296807 h 656686"/>
                <a:gd name="connsiteX12" fmla="*/ 0 w 702006"/>
                <a:gd name="connsiteY12" fmla="*/ 208226 h 656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02006" h="656686">
                  <a:moveTo>
                    <a:pt x="0" y="208226"/>
                  </a:moveTo>
                  <a:lnTo>
                    <a:pt x="2062" y="206685"/>
                  </a:lnTo>
                  <a:cubicBezTo>
                    <a:pt x="195213" y="76195"/>
                    <a:pt x="428060" y="0"/>
                    <a:pt x="678703" y="0"/>
                  </a:cubicBezTo>
                  <a:lnTo>
                    <a:pt x="702006" y="1176"/>
                  </a:lnTo>
                  <a:lnTo>
                    <a:pt x="677157" y="97814"/>
                  </a:lnTo>
                  <a:cubicBezTo>
                    <a:pt x="618224" y="287291"/>
                    <a:pt x="513982" y="456805"/>
                    <a:pt x="377103" y="593684"/>
                  </a:cubicBezTo>
                  <a:lnTo>
                    <a:pt x="307783" y="656686"/>
                  </a:lnTo>
                  <a:lnTo>
                    <a:pt x="291161" y="641580"/>
                  </a:lnTo>
                  <a:cubicBezTo>
                    <a:pt x="231392" y="592253"/>
                    <a:pt x="166805" y="548553"/>
                    <a:pt x="98214" y="511292"/>
                  </a:cubicBezTo>
                  <a:lnTo>
                    <a:pt x="75615" y="500405"/>
                  </a:lnTo>
                  <a:lnTo>
                    <a:pt x="62243" y="412787"/>
                  </a:lnTo>
                  <a:cubicBezTo>
                    <a:pt x="54182" y="373396"/>
                    <a:pt x="44208" y="334702"/>
                    <a:pt x="32421" y="296807"/>
                  </a:cubicBezTo>
                  <a:lnTo>
                    <a:pt x="0" y="208226"/>
                  </a:lnTo>
                  <a:close/>
                </a:path>
              </a:pathLst>
            </a:custGeom>
            <a:solidFill>
              <a:srgbClr val="F7931F">
                <a:lumMod val="50000"/>
                <a:alpha val="50000"/>
              </a:srgbClr>
            </a:solidFill>
            <a:ln w="57150" cap="flat" cmpd="sng" algn="ctr">
              <a:solidFill>
                <a:srgbClr val="F0EEE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1DC8B90-135A-2703-CA0B-E95AE2251896}"/>
                </a:ext>
              </a:extLst>
            </p:cNvPr>
            <p:cNvSpPr/>
            <p:nvPr/>
          </p:nvSpPr>
          <p:spPr>
            <a:xfrm rot="5400000">
              <a:off x="5416659" y="3983174"/>
              <a:ext cx="702003" cy="656685"/>
            </a:xfrm>
            <a:custGeom>
              <a:avLst/>
              <a:gdLst>
                <a:gd name="connsiteX0" fmla="*/ 0 w 702003"/>
                <a:gd name="connsiteY0" fmla="*/ 448458 h 656685"/>
                <a:gd name="connsiteX1" fmla="*/ 32419 w 702003"/>
                <a:gd name="connsiteY1" fmla="*/ 359881 h 656685"/>
                <a:gd name="connsiteX2" fmla="*/ 62241 w 702003"/>
                <a:gd name="connsiteY2" fmla="*/ 243901 h 656685"/>
                <a:gd name="connsiteX3" fmla="*/ 75613 w 702003"/>
                <a:gd name="connsiteY3" fmla="*/ 156281 h 656685"/>
                <a:gd name="connsiteX4" fmla="*/ 98212 w 702003"/>
                <a:gd name="connsiteY4" fmla="*/ 145395 h 656685"/>
                <a:gd name="connsiteX5" fmla="*/ 291159 w 702003"/>
                <a:gd name="connsiteY5" fmla="*/ 15107 h 656685"/>
                <a:gd name="connsiteX6" fmla="*/ 307781 w 702003"/>
                <a:gd name="connsiteY6" fmla="*/ 0 h 656685"/>
                <a:gd name="connsiteX7" fmla="*/ 377101 w 702003"/>
                <a:gd name="connsiteY7" fmla="*/ 63003 h 656685"/>
                <a:gd name="connsiteX8" fmla="*/ 677155 w 702003"/>
                <a:gd name="connsiteY8" fmla="*/ 558873 h 656685"/>
                <a:gd name="connsiteX9" fmla="*/ 702003 w 702003"/>
                <a:gd name="connsiteY9" fmla="*/ 655508 h 656685"/>
                <a:gd name="connsiteX10" fmla="*/ 678702 w 702003"/>
                <a:gd name="connsiteY10" fmla="*/ 656685 h 656685"/>
                <a:gd name="connsiteX11" fmla="*/ 2062 w 702003"/>
                <a:gd name="connsiteY11" fmla="*/ 450000 h 656685"/>
                <a:gd name="connsiteX12" fmla="*/ 0 w 702003"/>
                <a:gd name="connsiteY12" fmla="*/ 448458 h 65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02003" h="656685">
                  <a:moveTo>
                    <a:pt x="0" y="448458"/>
                  </a:moveTo>
                  <a:lnTo>
                    <a:pt x="32419" y="359881"/>
                  </a:lnTo>
                  <a:cubicBezTo>
                    <a:pt x="44206" y="321986"/>
                    <a:pt x="54180" y="283292"/>
                    <a:pt x="62241" y="243901"/>
                  </a:cubicBezTo>
                  <a:lnTo>
                    <a:pt x="75613" y="156281"/>
                  </a:lnTo>
                  <a:lnTo>
                    <a:pt x="98212" y="145395"/>
                  </a:lnTo>
                  <a:cubicBezTo>
                    <a:pt x="166803" y="108133"/>
                    <a:pt x="231390" y="64434"/>
                    <a:pt x="291159" y="15107"/>
                  </a:cubicBezTo>
                  <a:lnTo>
                    <a:pt x="307781" y="0"/>
                  </a:lnTo>
                  <a:lnTo>
                    <a:pt x="377101" y="63003"/>
                  </a:lnTo>
                  <a:cubicBezTo>
                    <a:pt x="513980" y="199881"/>
                    <a:pt x="618222" y="369396"/>
                    <a:pt x="677155" y="558873"/>
                  </a:cubicBezTo>
                  <a:lnTo>
                    <a:pt x="702003" y="655508"/>
                  </a:lnTo>
                  <a:lnTo>
                    <a:pt x="678702" y="656685"/>
                  </a:lnTo>
                  <a:cubicBezTo>
                    <a:pt x="428059" y="656685"/>
                    <a:pt x="195213" y="580490"/>
                    <a:pt x="2062" y="450000"/>
                  </a:cubicBezTo>
                  <a:lnTo>
                    <a:pt x="0" y="448458"/>
                  </a:lnTo>
                  <a:close/>
                </a:path>
              </a:pathLst>
            </a:custGeom>
            <a:solidFill>
              <a:srgbClr val="4CC1EF">
                <a:lumMod val="50000"/>
                <a:alpha val="50000"/>
              </a:srgbClr>
            </a:solidFill>
            <a:ln w="57150" cap="flat" cmpd="sng" algn="ctr">
              <a:solidFill>
                <a:srgbClr val="F0EEE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11A2C82-FB5D-371C-D5E4-C2B80FC9D526}"/>
                </a:ext>
              </a:extLst>
            </p:cNvPr>
            <p:cNvSpPr/>
            <p:nvPr/>
          </p:nvSpPr>
          <p:spPr>
            <a:xfrm rot="5400000">
              <a:off x="4476709" y="4230133"/>
              <a:ext cx="1474843" cy="1763744"/>
            </a:xfrm>
            <a:custGeom>
              <a:avLst/>
              <a:gdLst>
                <a:gd name="connsiteX0" fmla="*/ 0 w 1474843"/>
                <a:gd name="connsiteY0" fmla="*/ 1733827 h 1763744"/>
                <a:gd name="connsiteX1" fmla="*/ 41139 w 1474843"/>
                <a:gd name="connsiteY1" fmla="*/ 1688563 h 1763744"/>
                <a:gd name="connsiteX2" fmla="*/ 317492 w 1474843"/>
                <a:gd name="connsiteY2" fmla="*/ 918755 h 1763744"/>
                <a:gd name="connsiteX3" fmla="*/ 292905 w 1474843"/>
                <a:gd name="connsiteY3" fmla="*/ 674855 h 1763744"/>
                <a:gd name="connsiteX4" fmla="*/ 287931 w 1474843"/>
                <a:gd name="connsiteY4" fmla="*/ 655510 h 1763744"/>
                <a:gd name="connsiteX5" fmla="*/ 388367 w 1474843"/>
                <a:gd name="connsiteY5" fmla="*/ 650439 h 1763744"/>
                <a:gd name="connsiteX6" fmla="*/ 1328776 w 1474843"/>
                <a:gd name="connsiteY6" fmla="*/ 23333 h 1763744"/>
                <a:gd name="connsiteX7" fmla="*/ 1340016 w 1474843"/>
                <a:gd name="connsiteY7" fmla="*/ 0 h 1763744"/>
                <a:gd name="connsiteX8" fmla="*/ 1379738 w 1474843"/>
                <a:gd name="connsiteY8" fmla="*/ 82460 h 1763744"/>
                <a:gd name="connsiteX9" fmla="*/ 1474843 w 1474843"/>
                <a:gd name="connsiteY9" fmla="*/ 553530 h 1763744"/>
                <a:gd name="connsiteX10" fmla="*/ 264629 w 1474843"/>
                <a:gd name="connsiteY10" fmla="*/ 1763744 h 1763744"/>
                <a:gd name="connsiteX11" fmla="*/ 20729 w 1474843"/>
                <a:gd name="connsiteY11" fmla="*/ 1739157 h 1763744"/>
                <a:gd name="connsiteX12" fmla="*/ 0 w 1474843"/>
                <a:gd name="connsiteY12" fmla="*/ 1733827 h 1763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74843" h="1763744">
                  <a:moveTo>
                    <a:pt x="0" y="1733827"/>
                  </a:moveTo>
                  <a:lnTo>
                    <a:pt x="41139" y="1688563"/>
                  </a:lnTo>
                  <a:cubicBezTo>
                    <a:pt x="213783" y="1479366"/>
                    <a:pt x="317492" y="1211172"/>
                    <a:pt x="317492" y="918755"/>
                  </a:cubicBezTo>
                  <a:cubicBezTo>
                    <a:pt x="317492" y="835207"/>
                    <a:pt x="309026" y="753637"/>
                    <a:pt x="292905" y="674855"/>
                  </a:cubicBezTo>
                  <a:lnTo>
                    <a:pt x="287931" y="655510"/>
                  </a:lnTo>
                  <a:lnTo>
                    <a:pt x="388367" y="650439"/>
                  </a:lnTo>
                  <a:cubicBezTo>
                    <a:pt x="795205" y="609122"/>
                    <a:pt x="1142470" y="366291"/>
                    <a:pt x="1328776" y="23333"/>
                  </a:cubicBezTo>
                  <a:lnTo>
                    <a:pt x="1340016" y="0"/>
                  </a:lnTo>
                  <a:lnTo>
                    <a:pt x="1379738" y="82460"/>
                  </a:lnTo>
                  <a:cubicBezTo>
                    <a:pt x="1440979" y="227248"/>
                    <a:pt x="1474843" y="386434"/>
                    <a:pt x="1474843" y="553530"/>
                  </a:cubicBezTo>
                  <a:cubicBezTo>
                    <a:pt x="1474843" y="1221913"/>
                    <a:pt x="933012" y="1763744"/>
                    <a:pt x="264629" y="1763744"/>
                  </a:cubicBezTo>
                  <a:cubicBezTo>
                    <a:pt x="181081" y="1763744"/>
                    <a:pt x="99511" y="1755278"/>
                    <a:pt x="20729" y="1739157"/>
                  </a:cubicBezTo>
                  <a:lnTo>
                    <a:pt x="0" y="1733827"/>
                  </a:lnTo>
                  <a:close/>
                </a:path>
              </a:pathLst>
            </a:custGeom>
            <a:solidFill>
              <a:srgbClr val="FFCC4C">
                <a:alpha val="50000"/>
              </a:srgbClr>
            </a:solidFill>
            <a:ln w="57150" cap="flat" cmpd="sng" algn="ctr">
              <a:solidFill>
                <a:srgbClr val="F0EEE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E728529-B54C-15EF-5BD9-E1E3CB6D9D49}"/>
                </a:ext>
              </a:extLst>
            </p:cNvPr>
            <p:cNvSpPr/>
            <p:nvPr/>
          </p:nvSpPr>
          <p:spPr>
            <a:xfrm rot="5400000">
              <a:off x="6240452" y="4230138"/>
              <a:ext cx="1474841" cy="1763740"/>
            </a:xfrm>
            <a:custGeom>
              <a:avLst/>
              <a:gdLst>
                <a:gd name="connsiteX0" fmla="*/ 0 w 1474841"/>
                <a:gd name="connsiteY0" fmla="*/ 29918 h 1763740"/>
                <a:gd name="connsiteX1" fmla="*/ 20730 w 1474841"/>
                <a:gd name="connsiteY1" fmla="*/ 24588 h 1763740"/>
                <a:gd name="connsiteX2" fmla="*/ 264630 w 1474841"/>
                <a:gd name="connsiteY2" fmla="*/ 0 h 1763740"/>
                <a:gd name="connsiteX3" fmla="*/ 1474841 w 1474841"/>
                <a:gd name="connsiteY3" fmla="*/ 1210214 h 1763740"/>
                <a:gd name="connsiteX4" fmla="*/ 1379737 w 1474841"/>
                <a:gd name="connsiteY4" fmla="*/ 1681283 h 1763740"/>
                <a:gd name="connsiteX5" fmla="*/ 1340015 w 1474841"/>
                <a:gd name="connsiteY5" fmla="*/ 1763740 h 1763740"/>
                <a:gd name="connsiteX6" fmla="*/ 1328776 w 1474841"/>
                <a:gd name="connsiteY6" fmla="*/ 1740410 h 1763740"/>
                <a:gd name="connsiteX7" fmla="*/ 388365 w 1474841"/>
                <a:gd name="connsiteY7" fmla="*/ 1113304 h 1763740"/>
                <a:gd name="connsiteX8" fmla="*/ 287931 w 1474841"/>
                <a:gd name="connsiteY8" fmla="*/ 1108232 h 1763740"/>
                <a:gd name="connsiteX9" fmla="*/ 292904 w 1474841"/>
                <a:gd name="connsiteY9" fmla="*/ 1088890 h 1763740"/>
                <a:gd name="connsiteX10" fmla="*/ 317491 w 1474841"/>
                <a:gd name="connsiteY10" fmla="*/ 844990 h 1763740"/>
                <a:gd name="connsiteX11" fmla="*/ 41139 w 1474841"/>
                <a:gd name="connsiteY11" fmla="*/ 75182 h 1763740"/>
                <a:gd name="connsiteX12" fmla="*/ 0 w 1474841"/>
                <a:gd name="connsiteY12" fmla="*/ 29918 h 176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74841" h="1763740">
                  <a:moveTo>
                    <a:pt x="0" y="29918"/>
                  </a:moveTo>
                  <a:lnTo>
                    <a:pt x="20730" y="24588"/>
                  </a:lnTo>
                  <a:cubicBezTo>
                    <a:pt x="99512" y="8467"/>
                    <a:pt x="181082" y="0"/>
                    <a:pt x="264630" y="0"/>
                  </a:cubicBezTo>
                  <a:cubicBezTo>
                    <a:pt x="933012" y="0"/>
                    <a:pt x="1474841" y="541832"/>
                    <a:pt x="1474841" y="1210214"/>
                  </a:cubicBezTo>
                  <a:cubicBezTo>
                    <a:pt x="1474841" y="1377309"/>
                    <a:pt x="1440977" y="1536495"/>
                    <a:pt x="1379737" y="1681283"/>
                  </a:cubicBezTo>
                  <a:lnTo>
                    <a:pt x="1340015" y="1763740"/>
                  </a:lnTo>
                  <a:lnTo>
                    <a:pt x="1328776" y="1740410"/>
                  </a:lnTo>
                  <a:cubicBezTo>
                    <a:pt x="1142470" y="1397451"/>
                    <a:pt x="795204" y="1154621"/>
                    <a:pt x="388365" y="1113304"/>
                  </a:cubicBezTo>
                  <a:lnTo>
                    <a:pt x="287931" y="1108232"/>
                  </a:lnTo>
                  <a:lnTo>
                    <a:pt x="292904" y="1088890"/>
                  </a:lnTo>
                  <a:cubicBezTo>
                    <a:pt x="309025" y="1010108"/>
                    <a:pt x="317491" y="928538"/>
                    <a:pt x="317491" y="844990"/>
                  </a:cubicBezTo>
                  <a:cubicBezTo>
                    <a:pt x="317491" y="552573"/>
                    <a:pt x="213782" y="284378"/>
                    <a:pt x="41139" y="75182"/>
                  </a:cubicBezTo>
                  <a:lnTo>
                    <a:pt x="0" y="29918"/>
                  </a:lnTo>
                  <a:close/>
                </a:path>
              </a:pathLst>
            </a:custGeom>
            <a:solidFill>
              <a:srgbClr val="4CC1EF">
                <a:alpha val="50000"/>
              </a:srgbClr>
            </a:solidFill>
            <a:ln w="57150" cap="flat" cmpd="sng" algn="ctr">
              <a:solidFill>
                <a:srgbClr val="F0EEE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4" name="Oval 53">
            <a:extLst>
              <a:ext uri="{FF2B5EF4-FFF2-40B4-BE49-F238E27FC236}">
                <a16:creationId xmlns:a16="http://schemas.microsoft.com/office/drawing/2014/main" id="{187DC17F-1776-0432-8FC6-AA6E1AF2A3B2}"/>
              </a:ext>
            </a:extLst>
          </p:cNvPr>
          <p:cNvSpPr/>
          <p:nvPr/>
        </p:nvSpPr>
        <p:spPr>
          <a:xfrm>
            <a:off x="5364960" y="2873798"/>
            <a:ext cx="1462081" cy="1462081"/>
          </a:xfrm>
          <a:prstGeom prst="ellipse">
            <a:avLst/>
          </a:prstGeom>
          <a:solidFill>
            <a:srgbClr val="C13018"/>
          </a:solidFill>
          <a:ln w="57150" cap="flat" cmpd="sng" algn="ctr">
            <a:solidFill>
              <a:srgbClr val="F0EEE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all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2" name="Picture 6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483DB4A-F9A1-33D3-76C3-CDF5D280C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042" y="2948880"/>
            <a:ext cx="1311916" cy="1311916"/>
          </a:xfrm>
          <a:prstGeom prst="rect">
            <a:avLst/>
          </a:prstGeom>
        </p:spPr>
      </p:pic>
      <p:pic>
        <p:nvPicPr>
          <p:cNvPr id="63" name="Picture 4" descr="Logos and trademarks – openehr.org">
            <a:extLst>
              <a:ext uri="{FF2B5EF4-FFF2-40B4-BE49-F238E27FC236}">
                <a16:creationId xmlns:a16="http://schemas.microsoft.com/office/drawing/2014/main" id="{D28823AA-BC68-6674-5490-E88163322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721" y="1665098"/>
            <a:ext cx="1694548" cy="297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6" descr="What Is FHIR or Fast Healthcare Interoperability Resources?">
            <a:extLst>
              <a:ext uri="{FF2B5EF4-FFF2-40B4-BE49-F238E27FC236}">
                <a16:creationId xmlns:a16="http://schemas.microsoft.com/office/drawing/2014/main" id="{3EC51555-AC80-5DE8-C0A4-95AD6FCFC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102" y="2418674"/>
            <a:ext cx="1558751" cy="1169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8" descr="Observational Health Data Sciences and Informatics · GitHub">
            <a:extLst>
              <a:ext uri="{FF2B5EF4-FFF2-40B4-BE49-F238E27FC236}">
                <a16:creationId xmlns:a16="http://schemas.microsoft.com/office/drawing/2014/main" id="{8C726E58-847E-DFC2-DDE6-66AAC21C0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/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984" y="2723580"/>
            <a:ext cx="717031" cy="717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16500C3-EAD8-D23E-1264-3B71266A18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7700" y="4530885"/>
            <a:ext cx="944541" cy="944541"/>
          </a:xfrm>
          <a:prstGeom prst="rect">
            <a:avLst/>
          </a:prstGeom>
        </p:spPr>
      </p:pic>
      <p:pic>
        <p:nvPicPr>
          <p:cNvPr id="71" name="Picture 7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30D472B-13C4-3725-E26A-7867364171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9933" y="4530885"/>
            <a:ext cx="944541" cy="94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078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75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Atkinson Hyperlegible Mono</vt:lpstr>
      <vt:lpstr>Atkinson Hyperlegible Mono Semi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Paulo Favato Barcelos</dc:creator>
  <cp:lastModifiedBy>Pedro Paulo Favato Barcelos</cp:lastModifiedBy>
  <cp:revision>9</cp:revision>
  <dcterms:created xsi:type="dcterms:W3CDTF">2025-11-20T13:32:16Z</dcterms:created>
  <dcterms:modified xsi:type="dcterms:W3CDTF">2025-12-16T13:09:03Z</dcterms:modified>
</cp:coreProperties>
</file>